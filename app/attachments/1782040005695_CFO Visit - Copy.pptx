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04" r:id="rId5"/>
    <p:sldMasterId id="2147483713" r:id="rId6"/>
    <p:sldMasterId id="2147483722" r:id="rId7"/>
    <p:sldMasterId id="2147483738" r:id="rId8"/>
    <p:sldMasterId id="2147483746" r:id="rId9"/>
  </p:sldMasterIdLst>
  <p:notesMasterIdLst>
    <p:notesMasterId r:id="rId12"/>
  </p:notesMasterIdLst>
  <p:handoutMasterIdLst>
    <p:handoutMasterId r:id="rId13"/>
  </p:handoutMasterIdLst>
  <p:sldIdLst>
    <p:sldId id="2147472370" r:id="rId10"/>
    <p:sldId id="272" r:id="rId1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SR.LOKESH Chandrakar (PPC)" initials="HC(" lastIdx="1" clrIdx="0">
    <p:extLst>
      <p:ext uri="{19B8F6BF-5375-455C-9EA6-DF929625EA0E}">
        <p15:presenceInfo xmlns:p15="http://schemas.microsoft.com/office/powerpoint/2012/main" userId="S-1-5-21-32716221-1918589009-3890472229-128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4125"/>
    <a:srgbClr val="666666"/>
    <a:srgbClr val="BCBDBD"/>
    <a:srgbClr val="ECEEEF"/>
    <a:srgbClr val="E7EF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94003" autoAdjust="0"/>
  </p:normalViewPr>
  <p:slideViewPr>
    <p:cSldViewPr snapToGrid="0">
      <p:cViewPr varScale="1">
        <p:scale>
          <a:sx n="113" d="100"/>
          <a:sy n="113" d="100"/>
        </p:scale>
        <p:origin x="504" y="9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828"/>
    </p:cViewPr>
  </p:sorterViewPr>
  <p:notesViewPr>
    <p:cSldViewPr snapToGrid="0">
      <p:cViewPr varScale="1">
        <p:scale>
          <a:sx n="65" d="100"/>
          <a:sy n="65" d="100"/>
        </p:scale>
        <p:origin x="308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1.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udutta Satapathy" userId="440dd159-be87-4f68-89ce-231b8182ce00" providerId="ADAL" clId="{24C7E10D-3DF1-48E7-89C5-28F5831B7D3E}"/>
    <pc:docChg chg="undo addSld delSld addMainMaster delMainMaster">
      <pc:chgData name="Prabhudutta Satapathy" userId="440dd159-be87-4f68-89ce-231b8182ce00" providerId="ADAL" clId="{24C7E10D-3DF1-48E7-89C5-28F5831B7D3E}" dt="2026-06-16T10:43:25.668" v="63" actId="2696"/>
      <pc:docMkLst>
        <pc:docMk/>
      </pc:docMkLst>
      <pc:sldChg chg="del">
        <pc:chgData name="Prabhudutta Satapathy" userId="440dd159-be87-4f68-89ce-231b8182ce00" providerId="ADAL" clId="{24C7E10D-3DF1-48E7-89C5-28F5831B7D3E}" dt="2026-06-16T10:43:16.739" v="28" actId="2696"/>
        <pc:sldMkLst>
          <pc:docMk/>
          <pc:sldMk cId="1812397814" sldId="256"/>
        </pc:sldMkLst>
      </pc:sldChg>
      <pc:sldChg chg="del">
        <pc:chgData name="Prabhudutta Satapathy" userId="440dd159-be87-4f68-89ce-231b8182ce00" providerId="ADAL" clId="{24C7E10D-3DF1-48E7-89C5-28F5831B7D3E}" dt="2026-06-16T10:43:16.248" v="27" actId="2696"/>
        <pc:sldMkLst>
          <pc:docMk/>
          <pc:sldMk cId="1983445657" sldId="257"/>
        </pc:sldMkLst>
      </pc:sldChg>
      <pc:sldChg chg="del">
        <pc:chgData name="Prabhudutta Satapathy" userId="440dd159-be87-4f68-89ce-231b8182ce00" providerId="ADAL" clId="{24C7E10D-3DF1-48E7-89C5-28F5831B7D3E}" dt="2026-06-16T10:43:15.071" v="4" actId="2696"/>
        <pc:sldMkLst>
          <pc:docMk/>
          <pc:sldMk cId="3168810176" sldId="258"/>
        </pc:sldMkLst>
      </pc:sldChg>
      <pc:sldChg chg="del">
        <pc:chgData name="Prabhudutta Satapathy" userId="440dd159-be87-4f68-89ce-231b8182ce00" providerId="ADAL" clId="{24C7E10D-3DF1-48E7-89C5-28F5831B7D3E}" dt="2026-06-16T10:43:15.229" v="9" actId="2696"/>
        <pc:sldMkLst>
          <pc:docMk/>
          <pc:sldMk cId="252423591" sldId="259"/>
        </pc:sldMkLst>
      </pc:sldChg>
      <pc:sldChg chg="del">
        <pc:chgData name="Prabhudutta Satapathy" userId="440dd159-be87-4f68-89ce-231b8182ce00" providerId="ADAL" clId="{24C7E10D-3DF1-48E7-89C5-28F5831B7D3E}" dt="2026-06-16T10:43:15.315" v="11" actId="2696"/>
        <pc:sldMkLst>
          <pc:docMk/>
          <pc:sldMk cId="14612561" sldId="260"/>
        </pc:sldMkLst>
      </pc:sldChg>
      <pc:sldChg chg="del">
        <pc:chgData name="Prabhudutta Satapathy" userId="440dd159-be87-4f68-89ce-231b8182ce00" providerId="ADAL" clId="{24C7E10D-3DF1-48E7-89C5-28F5831B7D3E}" dt="2026-06-16T10:43:16.925" v="36" actId="2696"/>
        <pc:sldMkLst>
          <pc:docMk/>
          <pc:sldMk cId="1269060518" sldId="261"/>
        </pc:sldMkLst>
      </pc:sldChg>
      <pc:sldChg chg="del">
        <pc:chgData name="Prabhudutta Satapathy" userId="440dd159-be87-4f68-89ce-231b8182ce00" providerId="ADAL" clId="{24C7E10D-3DF1-48E7-89C5-28F5831B7D3E}" dt="2026-06-16T10:43:15.357" v="13" actId="2696"/>
        <pc:sldMkLst>
          <pc:docMk/>
          <pc:sldMk cId="115770962" sldId="262"/>
        </pc:sldMkLst>
      </pc:sldChg>
      <pc:sldChg chg="del">
        <pc:chgData name="Prabhudutta Satapathy" userId="440dd159-be87-4f68-89ce-231b8182ce00" providerId="ADAL" clId="{24C7E10D-3DF1-48E7-89C5-28F5831B7D3E}" dt="2026-06-16T10:43:15.198" v="8" actId="2696"/>
        <pc:sldMkLst>
          <pc:docMk/>
          <pc:sldMk cId="3545497857" sldId="263"/>
        </pc:sldMkLst>
      </pc:sldChg>
      <pc:sldChg chg="del">
        <pc:chgData name="Prabhudutta Satapathy" userId="440dd159-be87-4f68-89ce-231b8182ce00" providerId="ADAL" clId="{24C7E10D-3DF1-48E7-89C5-28F5831B7D3E}" dt="2026-06-16T10:43:15.478" v="18" actId="2696"/>
        <pc:sldMkLst>
          <pc:docMk/>
          <pc:sldMk cId="794724402" sldId="264"/>
        </pc:sldMkLst>
      </pc:sldChg>
      <pc:sldChg chg="del">
        <pc:chgData name="Prabhudutta Satapathy" userId="440dd159-be87-4f68-89ce-231b8182ce00" providerId="ADAL" clId="{24C7E10D-3DF1-48E7-89C5-28F5831B7D3E}" dt="2026-06-16T10:43:15.521" v="20" actId="2696"/>
        <pc:sldMkLst>
          <pc:docMk/>
          <pc:sldMk cId="3065494979" sldId="265"/>
        </pc:sldMkLst>
      </pc:sldChg>
      <pc:sldChg chg="del">
        <pc:chgData name="Prabhudutta Satapathy" userId="440dd159-be87-4f68-89ce-231b8182ce00" providerId="ADAL" clId="{24C7E10D-3DF1-48E7-89C5-28F5831B7D3E}" dt="2026-06-16T10:43:15.638" v="22" actId="2696"/>
        <pc:sldMkLst>
          <pc:docMk/>
          <pc:sldMk cId="902208650" sldId="266"/>
        </pc:sldMkLst>
      </pc:sldChg>
      <pc:sldChg chg="del">
        <pc:chgData name="Prabhudutta Satapathy" userId="440dd159-be87-4f68-89ce-231b8182ce00" providerId="ADAL" clId="{24C7E10D-3DF1-48E7-89C5-28F5831B7D3E}" dt="2026-06-16T10:43:15.988" v="23" actId="2696"/>
        <pc:sldMkLst>
          <pc:docMk/>
          <pc:sldMk cId="156164492" sldId="267"/>
        </pc:sldMkLst>
      </pc:sldChg>
      <pc:sldChg chg="del">
        <pc:chgData name="Prabhudutta Satapathy" userId="440dd159-be87-4f68-89ce-231b8182ce00" providerId="ADAL" clId="{24C7E10D-3DF1-48E7-89C5-28F5831B7D3E}" dt="2026-06-16T10:43:15.569" v="21" actId="2696"/>
        <pc:sldMkLst>
          <pc:docMk/>
          <pc:sldMk cId="1506726117" sldId="268"/>
        </pc:sldMkLst>
      </pc:sldChg>
      <pc:sldChg chg="del">
        <pc:chgData name="Prabhudutta Satapathy" userId="440dd159-be87-4f68-89ce-231b8182ce00" providerId="ADAL" clId="{24C7E10D-3DF1-48E7-89C5-28F5831B7D3E}" dt="2026-06-16T10:43:16.796" v="31" actId="2696"/>
        <pc:sldMkLst>
          <pc:docMk/>
          <pc:sldMk cId="3735114903" sldId="269"/>
        </pc:sldMkLst>
      </pc:sldChg>
      <pc:sldChg chg="del">
        <pc:chgData name="Prabhudutta Satapathy" userId="440dd159-be87-4f68-89ce-231b8182ce00" providerId="ADAL" clId="{24C7E10D-3DF1-48E7-89C5-28F5831B7D3E}" dt="2026-06-16T10:43:16.980" v="39" actId="2696"/>
        <pc:sldMkLst>
          <pc:docMk/>
          <pc:sldMk cId="3352008174" sldId="271"/>
        </pc:sldMkLst>
      </pc:sldChg>
      <pc:sldChg chg="add del">
        <pc:chgData name="Prabhudutta Satapathy" userId="440dd159-be87-4f68-89ce-231b8182ce00" providerId="ADAL" clId="{24C7E10D-3DF1-48E7-89C5-28F5831B7D3E}" dt="2026-06-16T10:43:21.694" v="59" actId="2696"/>
        <pc:sldMkLst>
          <pc:docMk/>
          <pc:sldMk cId="744060224" sldId="272"/>
        </pc:sldMkLst>
      </pc:sldChg>
      <pc:sldChg chg="del">
        <pc:chgData name="Prabhudutta Satapathy" userId="440dd159-be87-4f68-89ce-231b8182ce00" providerId="ADAL" clId="{24C7E10D-3DF1-48E7-89C5-28F5831B7D3E}" dt="2026-06-16T10:43:15.458" v="16" actId="2696"/>
        <pc:sldMkLst>
          <pc:docMk/>
          <pc:sldMk cId="239829301" sldId="296"/>
        </pc:sldMkLst>
      </pc:sldChg>
      <pc:sldChg chg="del">
        <pc:chgData name="Prabhudutta Satapathy" userId="440dd159-be87-4f68-89ce-231b8182ce00" providerId="ADAL" clId="{24C7E10D-3DF1-48E7-89C5-28F5831B7D3E}" dt="2026-06-16T10:43:15.512" v="19" actId="2696"/>
        <pc:sldMkLst>
          <pc:docMk/>
          <pc:sldMk cId="3801509909" sldId="9698"/>
        </pc:sldMkLst>
      </pc:sldChg>
      <pc:sldChg chg="del">
        <pc:chgData name="Prabhudutta Satapathy" userId="440dd159-be87-4f68-89ce-231b8182ce00" providerId="ADAL" clId="{24C7E10D-3DF1-48E7-89C5-28F5831B7D3E}" dt="2026-06-16T10:43:16.947" v="38" actId="2696"/>
        <pc:sldMkLst>
          <pc:docMk/>
          <pc:sldMk cId="4162714880" sldId="2147378429"/>
        </pc:sldMkLst>
      </pc:sldChg>
      <pc:sldChg chg="add del">
        <pc:chgData name="Prabhudutta Satapathy" userId="440dd159-be87-4f68-89ce-231b8182ce00" providerId="ADAL" clId="{24C7E10D-3DF1-48E7-89C5-28F5831B7D3E}" dt="2026-06-16T10:43:19.598" v="51" actId="2696"/>
        <pc:sldMkLst>
          <pc:docMk/>
          <pc:sldMk cId="1582956132" sldId="2147472370"/>
        </pc:sldMkLst>
      </pc:sldChg>
      <pc:sldChg chg="add del">
        <pc:chgData name="Prabhudutta Satapathy" userId="440dd159-be87-4f68-89ce-231b8182ce00" providerId="ADAL" clId="{24C7E10D-3DF1-48E7-89C5-28F5831B7D3E}" dt="2026-06-16T10:43:25.668" v="62" actId="2696"/>
        <pc:sldMkLst>
          <pc:docMk/>
          <pc:sldMk cId="1799744708" sldId="2147472371"/>
        </pc:sldMkLst>
      </pc:sldChg>
      <pc:sldChg chg="del">
        <pc:chgData name="Prabhudutta Satapathy" userId="440dd159-be87-4f68-89ce-231b8182ce00" providerId="ADAL" clId="{24C7E10D-3DF1-48E7-89C5-28F5831B7D3E}" dt="2026-06-16T10:43:14.530" v="0" actId="2696"/>
        <pc:sldMkLst>
          <pc:docMk/>
          <pc:sldMk cId="2367937482" sldId="2147472372"/>
        </pc:sldMkLst>
      </pc:sldChg>
      <pc:sldChg chg="del">
        <pc:chgData name="Prabhudutta Satapathy" userId="440dd159-be87-4f68-89ce-231b8182ce00" providerId="ADAL" clId="{24C7E10D-3DF1-48E7-89C5-28F5831B7D3E}" dt="2026-06-16T10:43:16.844" v="32" actId="2696"/>
        <pc:sldMkLst>
          <pc:docMk/>
          <pc:sldMk cId="1266291504" sldId="2147472379"/>
        </pc:sldMkLst>
      </pc:sldChg>
      <pc:sldChg chg="del">
        <pc:chgData name="Prabhudutta Satapathy" userId="440dd159-be87-4f68-89ce-231b8182ce00" providerId="ADAL" clId="{24C7E10D-3DF1-48E7-89C5-28F5831B7D3E}" dt="2026-06-16T10:43:15.039" v="3" actId="2696"/>
        <pc:sldMkLst>
          <pc:docMk/>
          <pc:sldMk cId="3182475888" sldId="2147472403"/>
        </pc:sldMkLst>
      </pc:sldChg>
      <pc:sldChg chg="del">
        <pc:chgData name="Prabhudutta Satapathy" userId="440dd159-be87-4f68-89ce-231b8182ce00" providerId="ADAL" clId="{24C7E10D-3DF1-48E7-89C5-28F5831B7D3E}" dt="2026-06-16T10:43:15.014" v="2" actId="2696"/>
        <pc:sldMkLst>
          <pc:docMk/>
          <pc:sldMk cId="2884155511" sldId="2147472412"/>
        </pc:sldMkLst>
      </pc:sldChg>
      <pc:sldChg chg="del">
        <pc:chgData name="Prabhudutta Satapathy" userId="440dd159-be87-4f68-89ce-231b8182ce00" providerId="ADAL" clId="{24C7E10D-3DF1-48E7-89C5-28F5831B7D3E}" dt="2026-06-16T10:43:15.428" v="14" actId="2696"/>
        <pc:sldMkLst>
          <pc:docMk/>
          <pc:sldMk cId="185496816" sldId="2147482029"/>
        </pc:sldMkLst>
      </pc:sldChg>
      <pc:sldChg chg="del">
        <pc:chgData name="Prabhudutta Satapathy" userId="440dd159-be87-4f68-89ce-231b8182ce00" providerId="ADAL" clId="{24C7E10D-3DF1-48E7-89C5-28F5831B7D3E}" dt="2026-06-16T10:43:15.102" v="5" actId="2696"/>
        <pc:sldMkLst>
          <pc:docMk/>
          <pc:sldMk cId="2261944349" sldId="2147483502"/>
        </pc:sldMkLst>
      </pc:sldChg>
      <pc:sldChg chg="del">
        <pc:chgData name="Prabhudutta Satapathy" userId="440dd159-be87-4f68-89ce-231b8182ce00" providerId="ADAL" clId="{24C7E10D-3DF1-48E7-89C5-28F5831B7D3E}" dt="2026-06-16T10:43:15.138" v="6" actId="2696"/>
        <pc:sldMkLst>
          <pc:docMk/>
          <pc:sldMk cId="3337940482" sldId="2147483513"/>
        </pc:sldMkLst>
      </pc:sldChg>
      <pc:sldChg chg="del">
        <pc:chgData name="Prabhudutta Satapathy" userId="440dd159-be87-4f68-89ce-231b8182ce00" providerId="ADAL" clId="{24C7E10D-3DF1-48E7-89C5-28F5831B7D3E}" dt="2026-06-16T10:43:15.166" v="7" actId="2696"/>
        <pc:sldMkLst>
          <pc:docMk/>
          <pc:sldMk cId="2540968746" sldId="2147483516"/>
        </pc:sldMkLst>
      </pc:sldChg>
      <pc:sldChg chg="del">
        <pc:chgData name="Prabhudutta Satapathy" userId="440dd159-be87-4f68-89ce-231b8182ce00" providerId="ADAL" clId="{24C7E10D-3DF1-48E7-89C5-28F5831B7D3E}" dt="2026-06-16T10:43:15.326" v="12" actId="2696"/>
        <pc:sldMkLst>
          <pc:docMk/>
          <pc:sldMk cId="1872191937" sldId="2147483521"/>
        </pc:sldMkLst>
      </pc:sldChg>
      <pc:sldChg chg="del">
        <pc:chgData name="Prabhudutta Satapathy" userId="440dd159-be87-4f68-89ce-231b8182ce00" providerId="ADAL" clId="{24C7E10D-3DF1-48E7-89C5-28F5831B7D3E}" dt="2026-06-16T10:43:15.269" v="10" actId="2696"/>
        <pc:sldMkLst>
          <pc:docMk/>
          <pc:sldMk cId="2488025290" sldId="2147483522"/>
        </pc:sldMkLst>
      </pc:sldChg>
      <pc:sldChg chg="del">
        <pc:chgData name="Prabhudutta Satapathy" userId="440dd159-be87-4f68-89ce-231b8182ce00" providerId="ADAL" clId="{24C7E10D-3DF1-48E7-89C5-28F5831B7D3E}" dt="2026-06-16T10:43:16.780" v="30" actId="2696"/>
        <pc:sldMkLst>
          <pc:docMk/>
          <pc:sldMk cId="376018018" sldId="2147483640"/>
        </pc:sldMkLst>
      </pc:sldChg>
      <pc:sldChg chg="add del">
        <pc:chgData name="Prabhudutta Satapathy" userId="440dd159-be87-4f68-89ce-231b8182ce00" providerId="ADAL" clId="{24C7E10D-3DF1-48E7-89C5-28F5831B7D3E}" dt="2026-06-16T10:43:24.070" v="60" actId="2696"/>
        <pc:sldMkLst>
          <pc:docMk/>
          <pc:sldMk cId="1027391351" sldId="2147483644"/>
        </pc:sldMkLst>
      </pc:sldChg>
      <pc:sldChg chg="del">
        <pc:chgData name="Prabhudutta Satapathy" userId="440dd159-be87-4f68-89ce-231b8182ce00" providerId="ADAL" clId="{24C7E10D-3DF1-48E7-89C5-28F5831B7D3E}" dt="2026-06-16T10:43:15.998" v="25" actId="2696"/>
        <pc:sldMkLst>
          <pc:docMk/>
          <pc:sldMk cId="3553678627" sldId="2147483645"/>
        </pc:sldMkLst>
      </pc:sldChg>
      <pc:sldChg chg="del">
        <pc:chgData name="Prabhudutta Satapathy" userId="440dd159-be87-4f68-89ce-231b8182ce00" providerId="ADAL" clId="{24C7E10D-3DF1-48E7-89C5-28F5831B7D3E}" dt="2026-06-16T10:43:16.875" v="34" actId="2696"/>
        <pc:sldMkLst>
          <pc:docMk/>
          <pc:sldMk cId="3441261202" sldId="2147483647"/>
        </pc:sldMkLst>
      </pc:sldChg>
      <pc:sldMasterChg chg="addSldLayout delSldLayout">
        <pc:chgData name="Prabhudutta Satapathy" userId="440dd159-be87-4f68-89ce-231b8182ce00" providerId="ADAL" clId="{24C7E10D-3DF1-48E7-89C5-28F5831B7D3E}" dt="2026-06-16T10:43:25.668" v="63" actId="2696"/>
        <pc:sldMasterMkLst>
          <pc:docMk/>
          <pc:sldMasterMk cId="820284156" sldId="2147483660"/>
        </pc:sldMasterMkLst>
        <pc:sldLayoutChg chg="add del">
          <pc:chgData name="Prabhudutta Satapathy" userId="440dd159-be87-4f68-89ce-231b8182ce00" providerId="ADAL" clId="{24C7E10D-3DF1-48E7-89C5-28F5831B7D3E}" dt="2026-06-16T10:43:25.668" v="63" actId="2696"/>
          <pc:sldLayoutMkLst>
            <pc:docMk/>
            <pc:sldMasterMk cId="820284156" sldId="2147483660"/>
            <pc:sldLayoutMk cId="712098066" sldId="2147483774"/>
          </pc:sldLayoutMkLst>
        </pc:sldLayoutChg>
        <pc:sldLayoutChg chg="del">
          <pc:chgData name="Prabhudutta Satapathy" userId="440dd159-be87-4f68-89ce-231b8182ce00" providerId="ADAL" clId="{24C7E10D-3DF1-48E7-89C5-28F5831B7D3E}" dt="2026-06-16T10:43:14.530" v="1" actId="2696"/>
          <pc:sldLayoutMkLst>
            <pc:docMk/>
            <pc:sldMasterMk cId="820284156" sldId="2147483660"/>
            <pc:sldLayoutMk cId="3720403303" sldId="2147483775"/>
          </pc:sldLayoutMkLst>
        </pc:sldLayoutChg>
        <pc:sldLayoutChg chg="del">
          <pc:chgData name="Prabhudutta Satapathy" userId="440dd159-be87-4f68-89ce-231b8182ce00" providerId="ADAL" clId="{24C7E10D-3DF1-48E7-89C5-28F5831B7D3E}" dt="2026-06-16T10:43:15.998" v="26" actId="2696"/>
          <pc:sldLayoutMkLst>
            <pc:docMk/>
            <pc:sldMasterMk cId="820284156" sldId="2147483660"/>
            <pc:sldLayoutMk cId="1055173469" sldId="2147483780"/>
          </pc:sldLayoutMkLst>
        </pc:sldLayoutChg>
        <pc:sldLayoutChg chg="del">
          <pc:chgData name="Prabhudutta Satapathy" userId="440dd159-be87-4f68-89ce-231b8182ce00" providerId="ADAL" clId="{24C7E10D-3DF1-48E7-89C5-28F5831B7D3E}" dt="2026-06-16T10:43:16.739" v="29" actId="2696"/>
          <pc:sldLayoutMkLst>
            <pc:docMk/>
            <pc:sldMasterMk cId="820284156" sldId="2147483660"/>
            <pc:sldLayoutMk cId="1984357712" sldId="2147483781"/>
          </pc:sldLayoutMkLst>
        </pc:sldLayoutChg>
        <pc:sldLayoutChg chg="add del">
          <pc:chgData name="Prabhudutta Satapathy" userId="440dd159-be87-4f68-89ce-231b8182ce00" providerId="ADAL" clId="{24C7E10D-3DF1-48E7-89C5-28F5831B7D3E}" dt="2026-06-16T10:43:19.578" v="50" actId="2696"/>
          <pc:sldLayoutMkLst>
            <pc:docMk/>
            <pc:sldMasterMk cId="820284156" sldId="2147483660"/>
            <pc:sldLayoutMk cId="1142978042" sldId="2147483782"/>
          </pc:sldLayoutMkLst>
        </pc:sldLayoutChg>
        <pc:sldLayoutChg chg="del">
          <pc:chgData name="Prabhudutta Satapathy" userId="440dd159-be87-4f68-89ce-231b8182ce00" providerId="ADAL" clId="{24C7E10D-3DF1-48E7-89C5-28F5831B7D3E}" dt="2026-06-16T10:43:15.428" v="15" actId="2696"/>
          <pc:sldLayoutMkLst>
            <pc:docMk/>
            <pc:sldMasterMk cId="820284156" sldId="2147483660"/>
            <pc:sldLayoutMk cId="923181546" sldId="2147483786"/>
          </pc:sldLayoutMkLst>
        </pc:sldLayoutChg>
        <pc:sldLayoutChg chg="del">
          <pc:chgData name="Prabhudutta Satapathy" userId="440dd159-be87-4f68-89ce-231b8182ce00" providerId="ADAL" clId="{24C7E10D-3DF1-48E7-89C5-28F5831B7D3E}" dt="2026-06-16T10:43:15.460" v="17" actId="2696"/>
          <pc:sldLayoutMkLst>
            <pc:docMk/>
            <pc:sldMasterMk cId="820284156" sldId="2147483660"/>
            <pc:sldLayoutMk cId="3607193604" sldId="2147483787"/>
          </pc:sldLayoutMkLst>
        </pc:sldLayoutChg>
        <pc:sldLayoutChg chg="del">
          <pc:chgData name="Prabhudutta Satapathy" userId="440dd159-be87-4f68-89ce-231b8182ce00" providerId="ADAL" clId="{24C7E10D-3DF1-48E7-89C5-28F5831B7D3E}" dt="2026-06-16T10:43:15.988" v="24" actId="2696"/>
          <pc:sldLayoutMkLst>
            <pc:docMk/>
            <pc:sldMasterMk cId="820284156" sldId="2147483660"/>
            <pc:sldLayoutMk cId="424050569" sldId="2147483788"/>
          </pc:sldLayoutMkLst>
        </pc:sldLayoutChg>
      </pc:sldMasterChg>
      <pc:sldMasterChg chg="add del addSldLayout delSldLayout">
        <pc:chgData name="Prabhudutta Satapathy" userId="440dd159-be87-4f68-89ce-231b8182ce00" providerId="ADAL" clId="{24C7E10D-3DF1-48E7-89C5-28F5831B7D3E}" dt="2026-06-16T10:43:24.070" v="61" actId="2696"/>
        <pc:sldMasterMkLst>
          <pc:docMk/>
          <pc:sldMasterMk cId="4219681246" sldId="2147483746"/>
        </pc:sldMasterMkLst>
        <pc:sldLayoutChg chg="add del">
          <pc:chgData name="Prabhudutta Satapathy" userId="440dd159-be87-4f68-89ce-231b8182ce00" providerId="ADAL" clId="{24C7E10D-3DF1-48E7-89C5-28F5831B7D3E}" dt="2026-06-16T10:43:20.929" v="56" actId="2696"/>
          <pc:sldLayoutMkLst>
            <pc:docMk/>
            <pc:sldMasterMk cId="4219681246" sldId="2147483746"/>
            <pc:sldLayoutMk cId="3287003764" sldId="2147483747"/>
          </pc:sldLayoutMkLst>
        </pc:sldLayoutChg>
        <pc:sldLayoutChg chg="add del">
          <pc:chgData name="Prabhudutta Satapathy" userId="440dd159-be87-4f68-89ce-231b8182ce00" providerId="ADAL" clId="{24C7E10D-3DF1-48E7-89C5-28F5831B7D3E}" dt="2026-06-16T10:43:24.070" v="61" actId="2696"/>
          <pc:sldLayoutMkLst>
            <pc:docMk/>
            <pc:sldMasterMk cId="4219681246" sldId="2147483746"/>
            <pc:sldLayoutMk cId="1789542419" sldId="2147483749"/>
          </pc:sldLayoutMkLst>
        </pc:sldLayoutChg>
        <pc:sldLayoutChg chg="del">
          <pc:chgData name="Prabhudutta Satapathy" userId="440dd159-be87-4f68-89ce-231b8182ce00" providerId="ADAL" clId="{24C7E10D-3DF1-48E7-89C5-28F5831B7D3E}" dt="2026-06-16T10:43:16.844" v="33" actId="2696"/>
          <pc:sldLayoutMkLst>
            <pc:docMk/>
            <pc:sldMasterMk cId="4219681246" sldId="2147483746"/>
            <pc:sldLayoutMk cId="4105700789" sldId="2147483777"/>
          </pc:sldLayoutMkLst>
        </pc:sldLayoutChg>
        <pc:sldLayoutChg chg="add del">
          <pc:chgData name="Prabhudutta Satapathy" userId="440dd159-be87-4f68-89ce-231b8182ce00" providerId="ADAL" clId="{24C7E10D-3DF1-48E7-89C5-28F5831B7D3E}" dt="2026-06-16T10:43:21.679" v="58" actId="2696"/>
          <pc:sldLayoutMkLst>
            <pc:docMk/>
            <pc:sldMasterMk cId="4219681246" sldId="2147483746"/>
            <pc:sldLayoutMk cId="2479118929" sldId="2147483778"/>
          </pc:sldLayoutMkLst>
        </pc:sldLayoutChg>
        <pc:sldLayoutChg chg="del">
          <pc:chgData name="Prabhudutta Satapathy" userId="440dd159-be87-4f68-89ce-231b8182ce00" providerId="ADAL" clId="{24C7E10D-3DF1-48E7-89C5-28F5831B7D3E}" dt="2026-06-16T10:43:16.875" v="35" actId="2696"/>
          <pc:sldLayoutMkLst>
            <pc:docMk/>
            <pc:sldMasterMk cId="4219681246" sldId="2147483746"/>
            <pc:sldLayoutMk cId="4151135732" sldId="2147483783"/>
          </pc:sldLayoutMkLst>
        </pc:sldLayoutChg>
        <pc:sldLayoutChg chg="del">
          <pc:chgData name="Prabhudutta Satapathy" userId="440dd159-be87-4f68-89ce-231b8182ce00" providerId="ADAL" clId="{24C7E10D-3DF1-48E7-89C5-28F5831B7D3E}" dt="2026-06-16T10:43:16.925" v="37" actId="2696"/>
          <pc:sldLayoutMkLst>
            <pc:docMk/>
            <pc:sldMasterMk cId="4219681246" sldId="2147483746"/>
            <pc:sldLayoutMk cId="4064439681" sldId="2147483785"/>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C6D418AA-EC29-47FD-B213-A939394BB4D5}" type="datetimeFigureOut">
              <a:rPr lang="en-IN" smtClean="0"/>
              <a:t>16-06-2026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11th July 2024</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35CDE2-A8AB-4070-9095-08DC23E784E2}" type="slidenum">
              <a:rPr lang="en-IN" smtClean="0"/>
              <a:t>‹#›</a:t>
            </a:fld>
            <a:endParaRPr lang="en-IN"/>
          </a:p>
        </p:txBody>
      </p:sp>
    </p:spTree>
    <p:extLst>
      <p:ext uri="{BB962C8B-B14F-4D97-AF65-F5344CB8AC3E}">
        <p14:creationId xmlns:p14="http://schemas.microsoft.com/office/powerpoint/2010/main" val="281776988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B2A5F09E-AD98-43D3-A9C5-28803B0F336F}"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11th July 2024</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515C2-B672-4204-98E7-7F4800B58AD7}" type="slidenum">
              <a:rPr lang="en-IN" smtClean="0"/>
              <a:t>‹#›</a:t>
            </a:fld>
            <a:endParaRPr lang="en-IN"/>
          </a:p>
        </p:txBody>
      </p:sp>
    </p:spTree>
    <p:extLst>
      <p:ext uri="{BB962C8B-B14F-4D97-AF65-F5344CB8AC3E}">
        <p14:creationId xmlns:p14="http://schemas.microsoft.com/office/powerpoint/2010/main" val="842960516"/>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00"/>
              <a:buFont typeface="Calibri"/>
              <a:buNone/>
            </a:pPr>
            <a:endParaRPr dirty="0"/>
          </a:p>
        </p:txBody>
      </p:sp>
    </p:spTree>
    <p:extLst>
      <p:ext uri="{BB962C8B-B14F-4D97-AF65-F5344CB8AC3E}">
        <p14:creationId xmlns:p14="http://schemas.microsoft.com/office/powerpoint/2010/main" val="2825106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479823edb0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479823edb0_0_8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 name="Google Shape;58;g3479823edb0_0_82:notes"/>
          <p:cNvSpPr txBox="1">
            <a:spLocks noGrp="1"/>
          </p:cNvSpPr>
          <p:nvPr>
            <p:ph type="sldNum" idx="12"/>
          </p:nvPr>
        </p:nvSpPr>
        <p:spPr>
          <a:xfrm>
            <a:off x="3884613" y="8685213"/>
            <a:ext cx="2971800" cy="459000"/>
          </a:xfrm>
          <a:prstGeom prst="rect">
            <a:avLst/>
          </a:prstGeom>
          <a:noFill/>
          <a:ln>
            <a:noFill/>
          </a:ln>
        </p:spPr>
        <p:txBody>
          <a:bodyPr spcFirstLastPara="1" wrap="square" lIns="86175" tIns="86175" rIns="86175" bIns="86175" anchor="ctr" anchorCtr="0">
            <a:noAutofit/>
          </a:bodyPr>
          <a:lstStyle/>
          <a:p>
            <a:pPr marL="0" lvl="0" indent="0" algn="l" rtl="0">
              <a:spcBef>
                <a:spcPts val="0"/>
              </a:spcBef>
              <a:spcAft>
                <a:spcPts val="0"/>
              </a:spcAft>
              <a:buNone/>
            </a:pPr>
            <a:fld id="{00000000-1234-1234-1234-123412341234}" type="slidenum">
              <a:rPr lang="en" sz="1300"/>
              <a:t>2</a:t>
            </a:fld>
            <a:endParaRPr sz="1300"/>
          </a:p>
        </p:txBody>
      </p:sp>
    </p:spTree>
    <p:extLst>
      <p:ext uri="{BB962C8B-B14F-4D97-AF65-F5344CB8AC3E}">
        <p14:creationId xmlns:p14="http://schemas.microsoft.com/office/powerpoint/2010/main" val="4126762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p:txBody>
          <a:bodyPr/>
          <a:lstStyle/>
          <a:p>
            <a:pPr>
              <a:buClr>
                <a:srgbClr val="000000"/>
              </a:buClr>
              <a:buFont typeface="Arial"/>
              <a:buNone/>
            </a:pPr>
            <a:fld id="{00000000-1234-1234-1234-123412341234}" type="slidenum">
              <a:rPr lang="en-GB" kern="0" smtClean="0">
                <a:solidFill>
                  <a:srgbClr val="595959"/>
                </a:solidFill>
                <a:sym typeface="Arial"/>
              </a:rPr>
              <a:pPr>
                <a:buClr>
                  <a:srgbClr val="000000"/>
                </a:buClr>
                <a:buFont typeface="Arial"/>
                <a:buNone/>
              </a:pPr>
              <a:t>‹#›</a:t>
            </a:fld>
            <a:endParaRPr lang="en-GB" kern="0" dirty="0">
              <a:solidFill>
                <a:srgbClr val="595959"/>
              </a:solidFill>
              <a:sym typeface="Arial"/>
            </a:endParaRPr>
          </a:p>
        </p:txBody>
      </p:sp>
      <p:sp>
        <p:nvSpPr>
          <p:cNvPr id="5" name="Picture Placeholder 4"/>
          <p:cNvSpPr>
            <a:spLocks noGrp="1"/>
          </p:cNvSpPr>
          <p:nvPr>
            <p:ph type="pic" sz="quarter" idx="11"/>
          </p:nvPr>
        </p:nvSpPr>
        <p:spPr>
          <a:xfrm>
            <a:off x="1438274" y="0"/>
            <a:ext cx="3100108" cy="1983442"/>
          </a:xfrm>
        </p:spPr>
        <p:txBody>
          <a:bodyPr/>
          <a:lstStyle/>
          <a:p>
            <a:endParaRPr lang="en-IN"/>
          </a:p>
        </p:txBody>
      </p:sp>
      <p:sp>
        <p:nvSpPr>
          <p:cNvPr id="7" name="Picture Placeholder 4"/>
          <p:cNvSpPr>
            <a:spLocks noGrp="1"/>
          </p:cNvSpPr>
          <p:nvPr>
            <p:ph type="pic" sz="quarter" idx="12"/>
          </p:nvPr>
        </p:nvSpPr>
        <p:spPr>
          <a:xfrm>
            <a:off x="1438274" y="3160058"/>
            <a:ext cx="3100108" cy="1983442"/>
          </a:xfrm>
        </p:spPr>
        <p:txBody>
          <a:bodyPr/>
          <a:lstStyle/>
          <a:p>
            <a:endParaRPr lang="en-IN"/>
          </a:p>
        </p:txBody>
      </p:sp>
    </p:spTree>
    <p:extLst>
      <p:ext uri="{BB962C8B-B14F-4D97-AF65-F5344CB8AC3E}">
        <p14:creationId xmlns:p14="http://schemas.microsoft.com/office/powerpoint/2010/main" val="384037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Picture Layout" preserve="1" userDrawn="1">
  <p:cSld name="Two Picture Layout">
    <p:spTree>
      <p:nvGrpSpPr>
        <p:cNvPr id="1" name="Shape 72"/>
        <p:cNvGrpSpPr/>
        <p:nvPr/>
      </p:nvGrpSpPr>
      <p:grpSpPr>
        <a:xfrm>
          <a:off x="0" y="0"/>
          <a:ext cx="0" cy="0"/>
          <a:chOff x="0" y="0"/>
          <a:chExt cx="0" cy="0"/>
        </a:xfrm>
      </p:grpSpPr>
      <p:sp>
        <p:nvSpPr>
          <p:cNvPr id="74" name="Shape 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a:solidFill>
                  <a:srgbClr val="595959"/>
                </a:solidFill>
              </a:rPr>
              <a:pPr/>
              <a:t>‹#›</a:t>
            </a:fld>
            <a:endParaRPr>
              <a:solidFill>
                <a:srgbClr val="595959"/>
              </a:solidFill>
            </a:endParaRPr>
          </a:p>
        </p:txBody>
      </p:sp>
      <p:sp>
        <p:nvSpPr>
          <p:cNvPr id="7" name="Shape 306"/>
          <p:cNvSpPr/>
          <p:nvPr userDrawn="1"/>
        </p:nvSpPr>
        <p:spPr>
          <a:xfrm>
            <a:off x="981423" y="1923941"/>
            <a:ext cx="2952328" cy="2844015"/>
          </a:xfrm>
          <a:prstGeom prst="frame">
            <a:avLst>
              <a:gd name="adj1" fmla="val 2221"/>
            </a:avLst>
          </a:prstGeom>
          <a:solidFill>
            <a:srgbClr val="CC4125"/>
          </a:solidFill>
          <a:ln>
            <a:noFill/>
          </a:ln>
        </p:spPr>
        <p:txBody>
          <a:bodyPr spcFirstLastPara="1" wrap="square" lIns="91425" tIns="91425" rIns="91425" bIns="91425" anchor="ctr" anchorCtr="0">
            <a:noAutofit/>
          </a:bodyPr>
          <a:lstStyle/>
          <a:p>
            <a:pPr>
              <a:buClr>
                <a:srgbClr val="000000"/>
              </a:buClr>
              <a:buFont typeface="Arial"/>
              <a:buNone/>
            </a:pPr>
            <a:r>
              <a:rPr lang="en-GB" sz="1400" kern="0" dirty="0">
                <a:solidFill>
                  <a:srgbClr val="CC4125"/>
                </a:solidFill>
                <a:latin typeface="Calibri" panose="020F0502020204030204" pitchFamily="34" charset="0"/>
                <a:cs typeface="Calibri" panose="020F0502020204030204" pitchFamily="34" charset="0"/>
                <a:sym typeface="Arial"/>
              </a:rPr>
              <a:t>I</a:t>
            </a:r>
            <a:endParaRPr sz="1400" kern="0" dirty="0">
              <a:solidFill>
                <a:srgbClr val="CC4125"/>
              </a:solidFill>
              <a:latin typeface="Calibri" panose="020F0502020204030204" pitchFamily="34" charset="0"/>
              <a:cs typeface="Calibri" panose="020F0502020204030204" pitchFamily="34" charset="0"/>
              <a:sym typeface="Arial"/>
            </a:endParaRPr>
          </a:p>
        </p:txBody>
      </p:sp>
      <p:sp>
        <p:nvSpPr>
          <p:cNvPr id="3" name="Picture Placeholder 2"/>
          <p:cNvSpPr>
            <a:spLocks noGrp="1"/>
          </p:cNvSpPr>
          <p:nvPr>
            <p:ph type="pic" sz="quarter" idx="13"/>
          </p:nvPr>
        </p:nvSpPr>
        <p:spPr>
          <a:xfrm>
            <a:off x="1" y="2571750"/>
            <a:ext cx="4571999" cy="2571750"/>
          </a:xfrm>
          <a:prstGeom prst="rect">
            <a:avLst/>
          </a:prstGeom>
        </p:spPr>
        <p:txBody>
          <a:bodyPr/>
          <a:lstStyle>
            <a:lvl1pPr marL="114297" indent="0">
              <a:buNone/>
              <a:defRPr/>
            </a:lvl1pPr>
          </a:lstStyle>
          <a:p>
            <a:r>
              <a:rPr lang="en-US"/>
              <a:t>Click icon to add picture</a:t>
            </a:r>
            <a:endParaRPr lang="en-IN" dirty="0"/>
          </a:p>
        </p:txBody>
      </p:sp>
      <p:sp>
        <p:nvSpPr>
          <p:cNvPr id="10" name="Picture Placeholder 2"/>
          <p:cNvSpPr>
            <a:spLocks noGrp="1"/>
          </p:cNvSpPr>
          <p:nvPr>
            <p:ph type="pic" sz="quarter" idx="14"/>
          </p:nvPr>
        </p:nvSpPr>
        <p:spPr>
          <a:xfrm>
            <a:off x="4572001" y="5663"/>
            <a:ext cx="4559235" cy="2566087"/>
          </a:xfrm>
          <a:prstGeom prst="rect">
            <a:avLst/>
          </a:prstGeom>
        </p:spPr>
        <p:txBody>
          <a:bodyPr/>
          <a:lstStyle>
            <a:lvl1pPr marL="114297" indent="0">
              <a:buNone/>
              <a:defRPr/>
            </a:lvl1pPr>
          </a:lstStyle>
          <a:p>
            <a:r>
              <a:rPr lang="en-US"/>
              <a:t>Click icon to add picture</a:t>
            </a:r>
            <a:endParaRPr lang="en-IN" dirty="0"/>
          </a:p>
        </p:txBody>
      </p:sp>
      <p:sp>
        <p:nvSpPr>
          <p:cNvPr id="11" name="Shape 306"/>
          <p:cNvSpPr/>
          <p:nvPr userDrawn="1"/>
        </p:nvSpPr>
        <p:spPr>
          <a:xfrm>
            <a:off x="5553422" y="411511"/>
            <a:ext cx="2952328" cy="2844015"/>
          </a:xfrm>
          <a:prstGeom prst="frame">
            <a:avLst>
              <a:gd name="adj1" fmla="val 2221"/>
            </a:avLst>
          </a:prstGeom>
          <a:solidFill>
            <a:srgbClr val="CC4125"/>
          </a:solidFill>
          <a:ln>
            <a:noFill/>
          </a:ln>
        </p:spPr>
        <p:txBody>
          <a:bodyPr spcFirstLastPara="1" wrap="square" lIns="91425" tIns="91425" rIns="91425" bIns="91425" anchor="ctr" anchorCtr="0">
            <a:noAutofit/>
          </a:bodyPr>
          <a:lstStyle/>
          <a:p>
            <a:pPr>
              <a:buClr>
                <a:srgbClr val="000000"/>
              </a:buClr>
              <a:buFont typeface="Arial"/>
              <a:buNone/>
            </a:pPr>
            <a:r>
              <a:rPr lang="en-GB" sz="1400" kern="0" dirty="0">
                <a:solidFill>
                  <a:srgbClr val="CC4125"/>
                </a:solidFill>
                <a:latin typeface="Calibri" panose="020F0502020204030204" pitchFamily="34" charset="0"/>
                <a:cs typeface="Calibri" panose="020F0502020204030204" pitchFamily="34" charset="0"/>
                <a:sym typeface="Arial"/>
              </a:rPr>
              <a:t>I</a:t>
            </a:r>
            <a:endParaRPr sz="1400" kern="0" dirty="0">
              <a:solidFill>
                <a:srgbClr val="CC4125"/>
              </a:solidFill>
              <a:latin typeface="Calibri" panose="020F0502020204030204" pitchFamily="34" charset="0"/>
              <a:cs typeface="Calibri" panose="020F0502020204030204" pitchFamily="34" charset="0"/>
              <a:sym typeface="Arial"/>
            </a:endParaRPr>
          </a:p>
        </p:txBody>
      </p:sp>
      <p:sp>
        <p:nvSpPr>
          <p:cNvPr id="8" name="Text Placeholder 7"/>
          <p:cNvSpPr>
            <a:spLocks noGrp="1"/>
          </p:cNvSpPr>
          <p:nvPr>
            <p:ph type="body" sz="quarter" idx="15" hasCustomPrompt="1"/>
          </p:nvPr>
        </p:nvSpPr>
        <p:spPr>
          <a:xfrm>
            <a:off x="1043609" y="1995488"/>
            <a:ext cx="2808312" cy="504825"/>
          </a:xfrm>
          <a:prstGeom prst="rect">
            <a:avLst/>
          </a:prstGeom>
        </p:spPr>
        <p:txBody>
          <a:bodyPr>
            <a:normAutofit/>
          </a:bodyPr>
          <a:lstStyle>
            <a:lvl1pPr marL="114300" marR="0" indent="0" algn="ctr" rtl="0">
              <a:lnSpc>
                <a:spcPct val="100000"/>
              </a:lnSpc>
              <a:spcBef>
                <a:spcPts val="0"/>
              </a:spcBef>
              <a:spcAft>
                <a:spcPts val="0"/>
              </a:spcAft>
              <a:buClr>
                <a:srgbClr val="000000"/>
              </a:buClr>
              <a:buFont typeface="Arial"/>
              <a:buNone/>
              <a:defRPr lang="en-US" sz="900" b="1" i="0" u="none" strike="noStrike" cap="none" spc="225" baseline="0" dirty="0" smtClean="0">
                <a:solidFill>
                  <a:srgbClr val="666666"/>
                </a:solidFill>
                <a:latin typeface="Calibri" panose="020F0502020204030204" pitchFamily="34" charset="0"/>
                <a:ea typeface="Arial"/>
                <a:cs typeface="Calibri" panose="020F0502020204030204" pitchFamily="34" charset="0"/>
                <a:sym typeface="Arial"/>
              </a:defRPr>
            </a:lvl1pPr>
          </a:lstStyle>
          <a:p>
            <a:pPr lvl="0"/>
            <a:r>
              <a:rPr lang="en-US" dirty="0"/>
              <a:t>YOUR TEXT HERE IN CALIBRI AT 9 POINTS</a:t>
            </a:r>
          </a:p>
        </p:txBody>
      </p:sp>
      <p:sp>
        <p:nvSpPr>
          <p:cNvPr id="16" name="Text Placeholder 7"/>
          <p:cNvSpPr>
            <a:spLocks noGrp="1"/>
          </p:cNvSpPr>
          <p:nvPr>
            <p:ph type="body" sz="quarter" idx="16" hasCustomPrompt="1"/>
          </p:nvPr>
        </p:nvSpPr>
        <p:spPr>
          <a:xfrm>
            <a:off x="5625429" y="2661224"/>
            <a:ext cx="2808312" cy="504825"/>
          </a:xfrm>
          <a:prstGeom prst="rect">
            <a:avLst/>
          </a:prstGeom>
        </p:spPr>
        <p:txBody>
          <a:bodyPr>
            <a:normAutofit/>
          </a:bodyPr>
          <a:lstStyle>
            <a:lvl1pPr marL="114297" indent="0" algn="ctr">
              <a:buNone/>
              <a:defRPr lang="en-US" sz="900" b="1" i="0" u="none" strike="noStrike" cap="none" spc="225" baseline="0" dirty="0" smtClean="0">
                <a:solidFill>
                  <a:srgbClr val="666666"/>
                </a:solidFill>
                <a:latin typeface="Calibri" panose="020F0502020204030204" pitchFamily="34" charset="0"/>
                <a:ea typeface="Arial"/>
                <a:cs typeface="Calibri" panose="020F0502020204030204" pitchFamily="34" charset="0"/>
                <a:sym typeface="Arial"/>
              </a:defRPr>
            </a:lvl1pPr>
          </a:lstStyle>
          <a:p>
            <a:pPr marL="114300" marR="0" lvl="0" indent="0" algn="ctr" rtl="0">
              <a:lnSpc>
                <a:spcPct val="100000"/>
              </a:lnSpc>
              <a:spcBef>
                <a:spcPts val="0"/>
              </a:spcBef>
              <a:spcAft>
                <a:spcPts val="0"/>
              </a:spcAft>
              <a:buClr>
                <a:srgbClr val="000000"/>
              </a:buClr>
              <a:buFont typeface="Arial"/>
              <a:buNone/>
            </a:pPr>
            <a:r>
              <a:rPr lang="en-US" dirty="0"/>
              <a:t>YOUR TEXT HERE IN CALIBRI AT 9 POINTS</a:t>
            </a:r>
          </a:p>
        </p:txBody>
      </p:sp>
      <p:sp>
        <p:nvSpPr>
          <p:cNvPr id="12" name="Text Placeholder 11"/>
          <p:cNvSpPr>
            <a:spLocks noGrp="1"/>
          </p:cNvSpPr>
          <p:nvPr>
            <p:ph type="body" sz="quarter" idx="17" hasCustomPrompt="1"/>
          </p:nvPr>
        </p:nvSpPr>
        <p:spPr>
          <a:xfrm>
            <a:off x="107951" y="123825"/>
            <a:ext cx="4032250" cy="647700"/>
          </a:xfrm>
          <a:prstGeom prst="rect">
            <a:avLst/>
          </a:prstGeom>
        </p:spPr>
        <p:txBody>
          <a:bodyPr/>
          <a:lstStyle>
            <a:lvl1pPr marL="114297" indent="0">
              <a:buNone/>
              <a:defRPr sz="2000" b="1" baseline="0">
                <a:latin typeface="+mn-lt"/>
              </a:defRPr>
            </a:lvl1pPr>
          </a:lstStyle>
          <a:p>
            <a:pPr lvl="0"/>
            <a:r>
              <a:rPr lang="en-US" dirty="0"/>
              <a:t>HEADING HERE IN CALIBRI AT 20 FONT SIZE IN BOLD (USE FOR PHOTO SLIDES)</a:t>
            </a:r>
          </a:p>
        </p:txBody>
      </p:sp>
      <p:pic>
        <p:nvPicPr>
          <p:cNvPr id="1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8126876" y="12862"/>
            <a:ext cx="1027988" cy="474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2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aragraph Right And Picture Left " preserve="1" userDrawn="1">
  <p:cSld name="Paragraph Right And Picture Left ">
    <p:spTree>
      <p:nvGrpSpPr>
        <p:cNvPr id="1" name="Shape 59"/>
        <p:cNvGrpSpPr/>
        <p:nvPr/>
      </p:nvGrpSpPr>
      <p:grpSpPr>
        <a:xfrm>
          <a:off x="0" y="0"/>
          <a:ext cx="0" cy="0"/>
          <a:chOff x="0" y="0"/>
          <a:chExt cx="0" cy="0"/>
        </a:xfrm>
      </p:grpSpPr>
      <p:sp>
        <p:nvSpPr>
          <p:cNvPr id="61" name="Shape 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a:solidFill>
                  <a:srgbClr val="595959"/>
                </a:solidFill>
              </a:rPr>
              <a:pPr/>
              <a:t>‹#›</a:t>
            </a:fld>
            <a:endParaRPr>
              <a:solidFill>
                <a:srgbClr val="595959"/>
              </a:solidFill>
            </a:endParaRPr>
          </a:p>
        </p:txBody>
      </p:sp>
      <p:sp>
        <p:nvSpPr>
          <p:cNvPr id="5" name="Shape 361"/>
          <p:cNvSpPr txBox="1">
            <a:spLocks/>
          </p:cNvSpPr>
          <p:nvPr userDrawn="1"/>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z="1000" kern="0" smtClean="0">
                <a:solidFill>
                  <a:srgbClr val="595959"/>
                </a:solidFill>
                <a:latin typeface="Calibri" panose="020F0502020204030204" pitchFamily="34" charset="0"/>
                <a:cs typeface="Calibri" panose="020F0502020204030204" pitchFamily="34" charset="0"/>
              </a:rPr>
              <a:pPr/>
              <a:t>‹#›</a:t>
            </a:fld>
            <a:endParaRPr lang="en-GB" sz="1000" kern="0" dirty="0">
              <a:solidFill>
                <a:srgbClr val="595959"/>
              </a:solidFill>
              <a:latin typeface="Calibri" panose="020F0502020204030204" pitchFamily="34" charset="0"/>
              <a:cs typeface="Calibri" panose="020F0502020204030204" pitchFamily="34" charset="0"/>
            </a:endParaRPr>
          </a:p>
        </p:txBody>
      </p:sp>
      <p:cxnSp>
        <p:nvCxnSpPr>
          <p:cNvPr id="6" name="Straight Connector 5"/>
          <p:cNvCxnSpPr/>
          <p:nvPr userDrawn="1"/>
        </p:nvCxnSpPr>
        <p:spPr>
          <a:xfrm flipH="1">
            <a:off x="4581992" y="1366913"/>
            <a:ext cx="592" cy="3248447"/>
          </a:xfrm>
          <a:prstGeom prst="line">
            <a:avLst/>
          </a:prstGeom>
          <a:ln w="25400">
            <a:solidFill>
              <a:srgbClr val="CC4125"/>
            </a:solidFill>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userDrawn="1">
            <p:ph type="pic" sz="quarter" idx="13"/>
          </p:nvPr>
        </p:nvSpPr>
        <p:spPr>
          <a:xfrm>
            <a:off x="1676036" y="1135450"/>
            <a:ext cx="2736850" cy="1824972"/>
          </a:xfrm>
          <a:prstGeom prst="rect">
            <a:avLst/>
          </a:prstGeom>
        </p:spPr>
        <p:txBody>
          <a:bodyPr/>
          <a:lstStyle/>
          <a:p>
            <a:r>
              <a:rPr lang="en-US" dirty="0"/>
              <a:t>Click icon to add picture</a:t>
            </a:r>
            <a:endParaRPr lang="en-IN" dirty="0"/>
          </a:p>
        </p:txBody>
      </p:sp>
      <p:sp>
        <p:nvSpPr>
          <p:cNvPr id="26" name="Picture Placeholder 2"/>
          <p:cNvSpPr>
            <a:spLocks noGrp="1"/>
          </p:cNvSpPr>
          <p:nvPr userDrawn="1">
            <p:ph type="pic" sz="quarter" idx="14"/>
          </p:nvPr>
        </p:nvSpPr>
        <p:spPr>
          <a:xfrm>
            <a:off x="1681851" y="3027764"/>
            <a:ext cx="2736850" cy="1824971"/>
          </a:xfrm>
          <a:prstGeom prst="rect">
            <a:avLst/>
          </a:prstGeom>
        </p:spPr>
        <p:txBody>
          <a:bodyPr/>
          <a:lstStyle/>
          <a:p>
            <a:r>
              <a:rPr lang="en-US"/>
              <a:t>Click icon to add picture</a:t>
            </a:r>
            <a:endParaRPr lang="en-IN"/>
          </a:p>
        </p:txBody>
      </p:sp>
      <p:sp>
        <p:nvSpPr>
          <p:cNvPr id="7" name="Picture Placeholder 6"/>
          <p:cNvSpPr>
            <a:spLocks noGrp="1"/>
          </p:cNvSpPr>
          <p:nvPr userDrawn="1">
            <p:ph type="pic" sz="quarter" idx="15"/>
          </p:nvPr>
        </p:nvSpPr>
        <p:spPr>
          <a:xfrm>
            <a:off x="4763795" y="1135450"/>
            <a:ext cx="2735263" cy="1824971"/>
          </a:xfrm>
          <a:prstGeom prst="rect">
            <a:avLst/>
          </a:prstGeom>
        </p:spPr>
        <p:txBody>
          <a:bodyPr/>
          <a:lstStyle/>
          <a:p>
            <a:endParaRPr lang="en-IN" dirty="0"/>
          </a:p>
        </p:txBody>
      </p:sp>
      <p:sp>
        <p:nvSpPr>
          <p:cNvPr id="31" name="Picture Placeholder 6"/>
          <p:cNvSpPr>
            <a:spLocks noGrp="1"/>
          </p:cNvSpPr>
          <p:nvPr>
            <p:ph type="pic" sz="quarter" idx="16"/>
          </p:nvPr>
        </p:nvSpPr>
        <p:spPr>
          <a:xfrm>
            <a:off x="4771426" y="3022449"/>
            <a:ext cx="2735263" cy="1824972"/>
          </a:xfrm>
          <a:prstGeom prst="rect">
            <a:avLst/>
          </a:prstGeom>
        </p:spPr>
        <p:txBody>
          <a:bodyPr/>
          <a:lstStyle/>
          <a:p>
            <a:endParaRPr lang="en-IN"/>
          </a:p>
        </p:txBody>
      </p:sp>
      <p:sp>
        <p:nvSpPr>
          <p:cNvPr id="32" name="Text Placeholder 31"/>
          <p:cNvSpPr>
            <a:spLocks noGrp="1"/>
          </p:cNvSpPr>
          <p:nvPr>
            <p:ph type="body" sz="quarter" idx="17" hasCustomPrompt="1"/>
          </p:nvPr>
        </p:nvSpPr>
        <p:spPr>
          <a:xfrm>
            <a:off x="756002" y="1832362"/>
            <a:ext cx="839924" cy="709941"/>
          </a:xfrm>
          <a:prstGeom prst="rect">
            <a:avLst/>
          </a:prstGeom>
        </p:spPr>
        <p:txBody>
          <a:bodyPr/>
          <a:lstStyle>
            <a:lvl1pPr marL="114297" marR="0" indent="0" algn="ctr" rtl="0">
              <a:lnSpc>
                <a:spcPct val="100000"/>
              </a:lnSpc>
              <a:spcBef>
                <a:spcPts val="0"/>
              </a:spcBef>
              <a:spcAft>
                <a:spcPts val="0"/>
              </a:spcAft>
              <a:buClr>
                <a:srgbClr val="000000"/>
              </a:buClr>
              <a:buFont typeface="Arial"/>
              <a:buNone/>
              <a:defRPr lang="en-US" sz="1000" b="0" i="0" u="none" strike="noStrike" cap="none" spc="225" dirty="0" smtClean="0">
                <a:solidFill>
                  <a:schemeClr val="bg1"/>
                </a:solidFill>
                <a:latin typeface="Bebas Neue" panose="020B0606020202050201" pitchFamily="34" charset="0"/>
                <a:ea typeface="Calibri" charset="0"/>
                <a:cs typeface="Calibri" charset="0"/>
                <a:sym typeface="Arial"/>
              </a:defRPr>
            </a:lvl1pPr>
          </a:lstStyle>
          <a:p>
            <a:pPr marL="114297" marR="0" lvl="0" indent="0" algn="ctr" rtl="0">
              <a:lnSpc>
                <a:spcPct val="115000"/>
              </a:lnSpc>
              <a:spcBef>
                <a:spcPts val="0"/>
              </a:spcBef>
              <a:spcAft>
                <a:spcPts val="0"/>
              </a:spcAft>
              <a:buClr>
                <a:schemeClr val="dk2"/>
              </a:buClr>
              <a:buSzPts val="1800"/>
              <a:buFont typeface="Open Sans"/>
              <a:buNone/>
            </a:pPr>
            <a:r>
              <a:rPr lang="en-US" dirty="0"/>
              <a:t>SUB-HEADING HERE</a:t>
            </a:r>
          </a:p>
        </p:txBody>
      </p:sp>
      <p:sp>
        <p:nvSpPr>
          <p:cNvPr id="36" name="Text Placeholder 31"/>
          <p:cNvSpPr>
            <a:spLocks noGrp="1"/>
          </p:cNvSpPr>
          <p:nvPr>
            <p:ph type="body" sz="quarter" idx="18" hasCustomPrompt="1"/>
          </p:nvPr>
        </p:nvSpPr>
        <p:spPr>
          <a:xfrm>
            <a:off x="764209" y="3579964"/>
            <a:ext cx="839924" cy="709941"/>
          </a:xfrm>
          <a:prstGeom prst="rect">
            <a:avLst/>
          </a:prstGeom>
        </p:spPr>
        <p:txBody>
          <a:bodyPr/>
          <a:lstStyle>
            <a:lvl1pPr marL="114297" marR="0" indent="0" algn="ctr" rtl="0">
              <a:lnSpc>
                <a:spcPct val="100000"/>
              </a:lnSpc>
              <a:spcBef>
                <a:spcPts val="0"/>
              </a:spcBef>
              <a:spcAft>
                <a:spcPts val="0"/>
              </a:spcAft>
              <a:buClr>
                <a:srgbClr val="000000"/>
              </a:buClr>
              <a:buFont typeface="Arial"/>
              <a:buNone/>
              <a:defRPr lang="en-US" sz="1000" b="0" i="0" u="none" strike="noStrike" cap="none" spc="225" dirty="0" smtClean="0">
                <a:solidFill>
                  <a:schemeClr val="bg1"/>
                </a:solidFill>
                <a:latin typeface="Bebas Neue" panose="020B0606020202050201" pitchFamily="34" charset="0"/>
                <a:ea typeface="Calibri" charset="0"/>
                <a:cs typeface="Calibri" charset="0"/>
                <a:sym typeface="Arial"/>
              </a:defRPr>
            </a:lvl1pPr>
          </a:lstStyle>
          <a:p>
            <a:pPr marL="114297" marR="0" lvl="0" indent="0" algn="ctr" rtl="0">
              <a:lnSpc>
                <a:spcPct val="115000"/>
              </a:lnSpc>
              <a:spcBef>
                <a:spcPts val="0"/>
              </a:spcBef>
              <a:spcAft>
                <a:spcPts val="0"/>
              </a:spcAft>
              <a:buClr>
                <a:schemeClr val="dk2"/>
              </a:buClr>
              <a:buSzPts val="1800"/>
              <a:buFont typeface="Open Sans"/>
              <a:buNone/>
            </a:pPr>
            <a:r>
              <a:rPr lang="en-US" dirty="0"/>
              <a:t>SUB-HEADING HERE</a:t>
            </a:r>
          </a:p>
        </p:txBody>
      </p:sp>
      <p:sp>
        <p:nvSpPr>
          <p:cNvPr id="37" name="Text Placeholder 31"/>
          <p:cNvSpPr>
            <a:spLocks noGrp="1"/>
          </p:cNvSpPr>
          <p:nvPr>
            <p:ph type="body" sz="quarter" idx="19" hasCustomPrompt="1"/>
          </p:nvPr>
        </p:nvSpPr>
        <p:spPr>
          <a:xfrm>
            <a:off x="7557521" y="1832362"/>
            <a:ext cx="839924" cy="709941"/>
          </a:xfrm>
          <a:prstGeom prst="rect">
            <a:avLst/>
          </a:prstGeom>
        </p:spPr>
        <p:txBody>
          <a:bodyPr/>
          <a:lstStyle>
            <a:lvl1pPr marL="114297" marR="0" indent="0" algn="ctr" rtl="0">
              <a:lnSpc>
                <a:spcPct val="100000"/>
              </a:lnSpc>
              <a:spcBef>
                <a:spcPts val="0"/>
              </a:spcBef>
              <a:spcAft>
                <a:spcPts val="0"/>
              </a:spcAft>
              <a:buClr>
                <a:srgbClr val="000000"/>
              </a:buClr>
              <a:buFont typeface="Arial"/>
              <a:buNone/>
              <a:defRPr lang="en-US" sz="1000" b="0" i="0" u="none" strike="noStrike" cap="none" spc="225" dirty="0" smtClean="0">
                <a:solidFill>
                  <a:schemeClr val="bg1"/>
                </a:solidFill>
                <a:latin typeface="Bebas Neue" panose="020B0606020202050201" pitchFamily="34" charset="0"/>
                <a:ea typeface="Calibri" charset="0"/>
                <a:cs typeface="Calibri" charset="0"/>
                <a:sym typeface="Arial"/>
              </a:defRPr>
            </a:lvl1pPr>
          </a:lstStyle>
          <a:p>
            <a:pPr marL="114297" marR="0" lvl="0" indent="0" algn="ctr" rtl="0">
              <a:lnSpc>
                <a:spcPct val="115000"/>
              </a:lnSpc>
              <a:spcBef>
                <a:spcPts val="0"/>
              </a:spcBef>
              <a:spcAft>
                <a:spcPts val="0"/>
              </a:spcAft>
              <a:buClr>
                <a:schemeClr val="dk2"/>
              </a:buClr>
              <a:buSzPts val="1800"/>
              <a:buFont typeface="Open Sans"/>
              <a:buNone/>
            </a:pPr>
            <a:r>
              <a:rPr lang="en-US" dirty="0"/>
              <a:t>SUB-HEADING HERE</a:t>
            </a:r>
          </a:p>
        </p:txBody>
      </p:sp>
      <p:sp>
        <p:nvSpPr>
          <p:cNvPr id="39" name="Text Placeholder 31"/>
          <p:cNvSpPr>
            <a:spLocks noGrp="1"/>
          </p:cNvSpPr>
          <p:nvPr>
            <p:ph type="body" sz="quarter" idx="20" hasCustomPrompt="1"/>
          </p:nvPr>
        </p:nvSpPr>
        <p:spPr>
          <a:xfrm>
            <a:off x="7531327" y="3585278"/>
            <a:ext cx="839924" cy="709941"/>
          </a:xfrm>
          <a:prstGeom prst="rect">
            <a:avLst/>
          </a:prstGeom>
        </p:spPr>
        <p:txBody>
          <a:bodyPr/>
          <a:lstStyle>
            <a:lvl1pPr marL="114297" marR="0" indent="0" algn="ctr" rtl="0">
              <a:lnSpc>
                <a:spcPct val="100000"/>
              </a:lnSpc>
              <a:spcBef>
                <a:spcPts val="0"/>
              </a:spcBef>
              <a:spcAft>
                <a:spcPts val="0"/>
              </a:spcAft>
              <a:buClr>
                <a:srgbClr val="000000"/>
              </a:buClr>
              <a:buFont typeface="Arial"/>
              <a:buNone/>
              <a:defRPr lang="en-US" sz="1000" b="0" i="0" u="none" strike="noStrike" cap="none" spc="225" dirty="0" smtClean="0">
                <a:solidFill>
                  <a:schemeClr val="bg1"/>
                </a:solidFill>
                <a:latin typeface="Bebas Neue" panose="020B0606020202050201" pitchFamily="34" charset="0"/>
                <a:ea typeface="Calibri" charset="0"/>
                <a:cs typeface="Calibri" charset="0"/>
                <a:sym typeface="Arial"/>
              </a:defRPr>
            </a:lvl1pPr>
          </a:lstStyle>
          <a:p>
            <a:pPr marL="114297" marR="0" lvl="0" indent="0" algn="ctr" rtl="0">
              <a:lnSpc>
                <a:spcPct val="115000"/>
              </a:lnSpc>
              <a:spcBef>
                <a:spcPts val="0"/>
              </a:spcBef>
              <a:spcAft>
                <a:spcPts val="0"/>
              </a:spcAft>
              <a:buClr>
                <a:schemeClr val="dk2"/>
              </a:buClr>
              <a:buSzPts val="1800"/>
              <a:buFont typeface="Open Sans"/>
              <a:buNone/>
            </a:pPr>
            <a:r>
              <a:rPr lang="en-US" dirty="0"/>
              <a:t>SUB-HEADING HERE</a:t>
            </a:r>
          </a:p>
        </p:txBody>
      </p:sp>
      <p:sp>
        <p:nvSpPr>
          <p:cNvPr id="16" name="Text Placeholder 4"/>
          <p:cNvSpPr>
            <a:spLocks noGrp="1"/>
          </p:cNvSpPr>
          <p:nvPr>
            <p:ph type="body" sz="quarter" idx="23" hasCustomPrompt="1"/>
          </p:nvPr>
        </p:nvSpPr>
        <p:spPr>
          <a:xfrm>
            <a:off x="2298541" y="195487"/>
            <a:ext cx="4546921" cy="863600"/>
          </a:xfrm>
          <a:prstGeom prst="rect">
            <a:avLst/>
          </a:prstGeom>
        </p:spPr>
        <p:txBody>
          <a:bodyPr>
            <a:normAutofit/>
          </a:bodyPr>
          <a:lstStyle>
            <a:lvl1pPr marL="114297" indent="0" algn="ctr">
              <a:buNone/>
              <a:defRPr sz="2002" b="1" baseline="0">
                <a:latin typeface="+mn-lt"/>
              </a:defRPr>
            </a:lvl1pPr>
          </a:lstStyle>
          <a:p>
            <a:pPr algn="ct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HEADING HERE </a:t>
            </a:r>
            <a:r>
              <a:rPr lang="en-US" dirty="0"/>
              <a:t>IN CALIBRI AT 20 FONT SIZE IN BOLD</a:t>
            </a: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 (4 PHOTO FORMAT</a:t>
            </a:r>
            <a:r>
              <a:rPr lang="en-GB" sz="2000" baseline="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a:t>
            </a: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 </a:t>
            </a:r>
          </a:p>
        </p:txBody>
      </p:sp>
      <p:pic>
        <p:nvPicPr>
          <p:cNvPr id="15"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8126876" y="12862"/>
            <a:ext cx="1027988" cy="474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81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p:txBody>
          <a:bodyPr/>
          <a:lstStyle/>
          <a:p>
            <a:fld id="{00000000-1234-1234-1234-123412341234}" type="slidenum">
              <a:rPr lang="en-GB" smtClean="0">
                <a:solidFill>
                  <a:srgbClr val="595959"/>
                </a:solidFill>
              </a:rPr>
              <a:pPr/>
              <a:t>‹#›</a:t>
            </a:fld>
            <a:endParaRPr lang="en-GB">
              <a:solidFill>
                <a:srgbClr val="595959"/>
              </a:solidFill>
            </a:endParaRPr>
          </a:p>
        </p:txBody>
      </p:sp>
      <p:sp>
        <p:nvSpPr>
          <p:cNvPr id="4" name="Text Placeholder 4"/>
          <p:cNvSpPr>
            <a:spLocks noGrp="1"/>
          </p:cNvSpPr>
          <p:nvPr>
            <p:ph type="body" sz="quarter" idx="17" hasCustomPrompt="1"/>
          </p:nvPr>
        </p:nvSpPr>
        <p:spPr>
          <a:xfrm>
            <a:off x="2298541" y="195487"/>
            <a:ext cx="4546921" cy="863600"/>
          </a:xfrm>
          <a:prstGeom prst="rect">
            <a:avLst/>
          </a:prstGeom>
        </p:spPr>
        <p:txBody>
          <a:bodyPr>
            <a:normAutofit/>
          </a:bodyPr>
          <a:lstStyle>
            <a:lvl1pPr marL="114297" indent="0" algn="ctr">
              <a:buNone/>
              <a:defRPr sz="2002" b="1" baseline="0">
                <a:latin typeface="+mn-lt"/>
              </a:defRPr>
            </a:lvl1pPr>
          </a:lstStyle>
          <a:p>
            <a:pPr algn="ct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HEADING HERE </a:t>
            </a:r>
            <a:r>
              <a:rPr lang="en-US" dirty="0"/>
              <a:t>IN CALIBRI AT 20 FONT SIZE IN BOLD</a:t>
            </a: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 (TEXT BODY</a:t>
            </a:r>
            <a:r>
              <a:rPr lang="en-GB" sz="2000" baseline="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a:t>
            </a:r>
            <a:r>
              <a:rPr lang="en-GB" sz="2000" dirty="0">
                <a:solidFill>
                  <a:srgbClr val="666666"/>
                </a:solidFill>
                <a:latin typeface="Calibri" panose="020F0502020204030204" pitchFamily="34" charset="0"/>
                <a:ea typeface="Open Sans Extrabold" panose="020B0906030804020204" pitchFamily="34" charset="0"/>
                <a:cs typeface="Calibri" panose="020F0502020204030204" pitchFamily="34" charset="0"/>
              </a:rPr>
              <a:t> </a:t>
            </a:r>
          </a:p>
        </p:txBody>
      </p:sp>
      <p:sp>
        <p:nvSpPr>
          <p:cNvPr id="8" name="Text Placeholder 7"/>
          <p:cNvSpPr>
            <a:spLocks noGrp="1"/>
          </p:cNvSpPr>
          <p:nvPr>
            <p:ph type="body" sz="quarter" idx="18"/>
          </p:nvPr>
        </p:nvSpPr>
        <p:spPr>
          <a:xfrm>
            <a:off x="444500" y="1344613"/>
            <a:ext cx="7294282" cy="3563937"/>
          </a:xfrm>
          <a:prstGeom prst="rect">
            <a:avLst/>
          </a:prstGeom>
        </p:spPr>
        <p:txBody>
          <a:bodyPr>
            <a:normAutofit/>
          </a:bodyPr>
          <a:lstStyle>
            <a:lvl1pPr marL="457189" indent="-342892" algn="l" defTabSz="685800" rtl="0" eaLnBrk="1" latinLnBrk="0" hangingPunct="1">
              <a:lnSpc>
                <a:spcPct val="150000"/>
              </a:lnSpc>
              <a:buClr>
                <a:srgbClr val="CC4125"/>
              </a:buClr>
              <a:buSzPts val="1800"/>
              <a:buFont typeface="Open Sans"/>
              <a:buChar char="●"/>
              <a:defRPr lang="en-US" sz="1200" kern="0" dirty="0" smtClean="0">
                <a:solidFill>
                  <a:srgbClr val="666666"/>
                </a:solidFill>
                <a:latin typeface="+mn-lt"/>
                <a:ea typeface="Open Sans"/>
                <a:cs typeface="Calibri" panose="020F0502020204030204" pitchFamily="34" charset="0"/>
              </a:defRPr>
            </a:lvl1pPr>
          </a:lstStyle>
          <a:p>
            <a:pPr lvl="0"/>
            <a:r>
              <a:rPr lang="en-US" dirty="0"/>
              <a:t>Click to edit Master text styles</a:t>
            </a:r>
          </a:p>
          <a:p>
            <a:pPr lvl="0"/>
            <a:endParaRPr lang="en-US" dirty="0"/>
          </a:p>
        </p:txBody>
      </p:sp>
      <p:pic>
        <p:nvPicPr>
          <p:cNvPr id="6"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8126876" y="12862"/>
            <a:ext cx="1027988" cy="474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259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1">
  <p:cSld name="1_Title slide 1">
    <p:spTree>
      <p:nvGrpSpPr>
        <p:cNvPr id="1" name="Shape 13"/>
        <p:cNvGrpSpPr/>
        <p:nvPr/>
      </p:nvGrpSpPr>
      <p:grpSpPr>
        <a:xfrm>
          <a:off x="0" y="0"/>
          <a:ext cx="0" cy="0"/>
          <a:chOff x="0" y="0"/>
          <a:chExt cx="0" cy="0"/>
        </a:xfrm>
      </p:grpSpPr>
      <p:sp>
        <p:nvSpPr>
          <p:cNvPr id="14" name="Google Shape;14;p35"/>
          <p:cNvSpPr>
            <a:spLocks noGrp="1"/>
          </p:cNvSpPr>
          <p:nvPr>
            <p:ph type="pic" idx="2"/>
          </p:nvPr>
        </p:nvSpPr>
        <p:spPr>
          <a:xfrm>
            <a:off x="0" y="0"/>
            <a:ext cx="9144000" cy="5143500"/>
          </a:xfrm>
          <a:prstGeom prst="rect">
            <a:avLst/>
          </a:prstGeom>
          <a:noFill/>
          <a:ln>
            <a:noFill/>
          </a:ln>
        </p:spPr>
        <p:txBody>
          <a:bodyPr/>
          <a:lstStyle/>
          <a:p>
            <a:endParaRPr lang="en-IN"/>
          </a:p>
        </p:txBody>
      </p:sp>
      <p:sp>
        <p:nvSpPr>
          <p:cNvPr id="15" name="Google Shape;15;p35"/>
          <p:cNvSpPr txBox="1">
            <a:spLocks noGrp="1"/>
          </p:cNvSpPr>
          <p:nvPr>
            <p:ph type="ctrTitle"/>
          </p:nvPr>
        </p:nvSpPr>
        <p:spPr>
          <a:xfrm>
            <a:off x="6018758" y="1563639"/>
            <a:ext cx="2453700" cy="2016224"/>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3300"/>
              <a:buNone/>
              <a:defRPr sz="3600" b="1">
                <a:solidFill>
                  <a:srgbClr val="CC4125"/>
                </a:solidFill>
                <a:latin typeface="Bebas Neue"/>
                <a:ea typeface="Bebas Neue"/>
                <a:cs typeface="Bebas Neue"/>
                <a:sym typeface="Bebas Neue"/>
              </a:defRPr>
            </a:lvl1pPr>
            <a:lvl2pPr lvl="1" algn="l">
              <a:lnSpc>
                <a:spcPct val="100000"/>
              </a:lnSpc>
              <a:spcBef>
                <a:spcPts val="0"/>
              </a:spcBef>
              <a:spcAft>
                <a:spcPts val="0"/>
              </a:spcAft>
              <a:buSzPts val="5200"/>
              <a:buFont typeface="Calibri"/>
              <a:buNone/>
              <a:defRPr sz="5200">
                <a:latin typeface="Calibri"/>
                <a:ea typeface="Calibri"/>
                <a:cs typeface="Calibri"/>
                <a:sym typeface="Calibri"/>
              </a:defRPr>
            </a:lvl2pPr>
            <a:lvl3pPr lvl="2" algn="l">
              <a:lnSpc>
                <a:spcPct val="100000"/>
              </a:lnSpc>
              <a:spcBef>
                <a:spcPts val="0"/>
              </a:spcBef>
              <a:spcAft>
                <a:spcPts val="0"/>
              </a:spcAft>
              <a:buSzPts val="5200"/>
              <a:buFont typeface="Calibri"/>
              <a:buNone/>
              <a:defRPr sz="5200">
                <a:latin typeface="Calibri"/>
                <a:ea typeface="Calibri"/>
                <a:cs typeface="Calibri"/>
                <a:sym typeface="Calibri"/>
              </a:defRPr>
            </a:lvl3pPr>
            <a:lvl4pPr lvl="3" algn="l">
              <a:lnSpc>
                <a:spcPct val="100000"/>
              </a:lnSpc>
              <a:spcBef>
                <a:spcPts val="0"/>
              </a:spcBef>
              <a:spcAft>
                <a:spcPts val="0"/>
              </a:spcAft>
              <a:buSzPts val="5200"/>
              <a:buFont typeface="Calibri"/>
              <a:buNone/>
              <a:defRPr sz="5200">
                <a:latin typeface="Calibri"/>
                <a:ea typeface="Calibri"/>
                <a:cs typeface="Calibri"/>
                <a:sym typeface="Calibri"/>
              </a:defRPr>
            </a:lvl4pPr>
            <a:lvl5pPr lvl="4" algn="l">
              <a:lnSpc>
                <a:spcPct val="100000"/>
              </a:lnSpc>
              <a:spcBef>
                <a:spcPts val="0"/>
              </a:spcBef>
              <a:spcAft>
                <a:spcPts val="0"/>
              </a:spcAft>
              <a:buSzPts val="5200"/>
              <a:buFont typeface="Calibri"/>
              <a:buNone/>
              <a:defRPr sz="5200">
                <a:latin typeface="Calibri"/>
                <a:ea typeface="Calibri"/>
                <a:cs typeface="Calibri"/>
                <a:sym typeface="Calibri"/>
              </a:defRPr>
            </a:lvl5pPr>
            <a:lvl6pPr lvl="5" algn="l">
              <a:lnSpc>
                <a:spcPct val="100000"/>
              </a:lnSpc>
              <a:spcBef>
                <a:spcPts val="0"/>
              </a:spcBef>
              <a:spcAft>
                <a:spcPts val="0"/>
              </a:spcAft>
              <a:buSzPts val="5200"/>
              <a:buFont typeface="Calibri"/>
              <a:buNone/>
              <a:defRPr sz="5200">
                <a:latin typeface="Calibri"/>
                <a:ea typeface="Calibri"/>
                <a:cs typeface="Calibri"/>
                <a:sym typeface="Calibri"/>
              </a:defRPr>
            </a:lvl6pPr>
            <a:lvl7pPr lvl="6" algn="l">
              <a:lnSpc>
                <a:spcPct val="100000"/>
              </a:lnSpc>
              <a:spcBef>
                <a:spcPts val="0"/>
              </a:spcBef>
              <a:spcAft>
                <a:spcPts val="0"/>
              </a:spcAft>
              <a:buSzPts val="5200"/>
              <a:buFont typeface="Calibri"/>
              <a:buNone/>
              <a:defRPr sz="5200">
                <a:latin typeface="Calibri"/>
                <a:ea typeface="Calibri"/>
                <a:cs typeface="Calibri"/>
                <a:sym typeface="Calibri"/>
              </a:defRPr>
            </a:lvl7pPr>
            <a:lvl8pPr lvl="7" algn="l">
              <a:lnSpc>
                <a:spcPct val="100000"/>
              </a:lnSpc>
              <a:spcBef>
                <a:spcPts val="0"/>
              </a:spcBef>
              <a:spcAft>
                <a:spcPts val="0"/>
              </a:spcAft>
              <a:buSzPts val="5200"/>
              <a:buFont typeface="Calibri"/>
              <a:buNone/>
              <a:defRPr sz="5200">
                <a:latin typeface="Calibri"/>
                <a:ea typeface="Calibri"/>
                <a:cs typeface="Calibri"/>
                <a:sym typeface="Calibri"/>
              </a:defRPr>
            </a:lvl8pPr>
            <a:lvl9pPr lvl="8" algn="l">
              <a:lnSpc>
                <a:spcPct val="100000"/>
              </a:lnSpc>
              <a:spcBef>
                <a:spcPts val="0"/>
              </a:spcBef>
              <a:spcAft>
                <a:spcPts val="0"/>
              </a:spcAft>
              <a:buSzPts val="5200"/>
              <a:buFont typeface="Calibri"/>
              <a:buNone/>
              <a:defRPr sz="5200">
                <a:latin typeface="Calibri"/>
                <a:ea typeface="Calibri"/>
                <a:cs typeface="Calibri"/>
                <a:sym typeface="Calibri"/>
              </a:defRPr>
            </a:lvl9pPr>
          </a:lstStyle>
          <a:p>
            <a:endParaRPr/>
          </a:p>
        </p:txBody>
      </p:sp>
      <p:sp>
        <p:nvSpPr>
          <p:cNvPr id="16" name="Google Shape;16;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lvl="0"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1pPr>
            <a:lvl2pPr marL="0" lvl="1"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2pPr>
            <a:lvl3pPr marL="0" lvl="2"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3pPr>
            <a:lvl4pPr marL="0" lvl="3"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4pPr>
            <a:lvl5pPr marL="0" lvl="4"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5pPr>
            <a:lvl6pPr marL="0" lvl="5"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6pPr>
            <a:lvl7pPr marL="0" lvl="6"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7pPr>
            <a:lvl8pPr marL="0" lvl="7"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8pPr>
            <a:lvl9pPr marL="0" lvl="8" indent="0" algn="r">
              <a:buClr>
                <a:srgbClr val="595959"/>
              </a:buClr>
              <a:buSzPts val="1000"/>
              <a:buFont typeface="Calibri"/>
              <a:buNone/>
              <a:defRPr sz="1000" b="0" i="0" u="none" strike="noStrike" cap="none">
                <a:solidFill>
                  <a:srgbClr val="59595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dirty="0"/>
          </a:p>
        </p:txBody>
      </p:sp>
      <p:pic>
        <p:nvPicPr>
          <p:cNvPr id="17" name="Google Shape;17;p35"/>
          <p:cNvPicPr preferRelativeResize="0"/>
          <p:nvPr/>
        </p:nvPicPr>
        <p:blipFill rotWithShape="1">
          <a:blip r:embed="rId2">
            <a:alphaModFix/>
          </a:blip>
          <a:srcRect/>
          <a:stretch/>
        </p:blipFill>
        <p:spPr>
          <a:xfrm>
            <a:off x="7787851" y="0"/>
            <a:ext cx="1454997" cy="671475"/>
          </a:xfrm>
          <a:prstGeom prst="rect">
            <a:avLst/>
          </a:prstGeom>
          <a:noFill/>
          <a:ln>
            <a:noFill/>
          </a:ln>
        </p:spPr>
      </p:pic>
    </p:spTree>
    <p:extLst>
      <p:ext uri="{BB962C8B-B14F-4D97-AF65-F5344CB8AC3E}">
        <p14:creationId xmlns:p14="http://schemas.microsoft.com/office/powerpoint/2010/main" val="1142978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ntr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3C3F9-544B-44E2-9C1E-7AC4C82BD5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143999" cy="5143500"/>
          </a:xfrm>
          <a:prstGeom prst="rect">
            <a:avLst/>
          </a:prstGeom>
        </p:spPr>
      </p:pic>
      <p:sp>
        <p:nvSpPr>
          <p:cNvPr id="2" name="Rectangle 1">
            <a:extLst>
              <a:ext uri="{FF2B5EF4-FFF2-40B4-BE49-F238E27FC236}">
                <a16:creationId xmlns:a16="http://schemas.microsoft.com/office/drawing/2014/main" id="{D6E07F82-5F6F-4C94-A860-037E924022E9}"/>
              </a:ext>
            </a:extLst>
          </p:cNvPr>
          <p:cNvSpPr/>
          <p:nvPr userDrawn="1"/>
        </p:nvSpPr>
        <p:spPr>
          <a:xfrm>
            <a:off x="1" y="0"/>
            <a:ext cx="9143999"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endParaRPr lang="en-US" sz="900">
              <a:solidFill>
                <a:srgbClr val="FFFFFF"/>
              </a:solidFill>
              <a:latin typeface="Calibri" panose="020F0502020204030204" pitchFamily="34" charset="0"/>
              <a:cs typeface="Calibri" panose="020F0502020204030204" pitchFamily="34" charset="0"/>
              <a:sym typeface="Arial"/>
            </a:endParaRPr>
          </a:p>
        </p:txBody>
      </p:sp>
      <p:sp>
        <p:nvSpPr>
          <p:cNvPr id="16" name="Freeform 56">
            <a:extLst>
              <a:ext uri="{FF2B5EF4-FFF2-40B4-BE49-F238E27FC236}">
                <a16:creationId xmlns:a16="http://schemas.microsoft.com/office/drawing/2014/main" id="{13A7AC18-CF42-4EC5-8D40-441EAE30A06C}"/>
              </a:ext>
            </a:extLst>
          </p:cNvPr>
          <p:cNvSpPr/>
          <p:nvPr userDrawn="1"/>
        </p:nvSpPr>
        <p:spPr>
          <a:xfrm>
            <a:off x="373393" y="3070860"/>
            <a:ext cx="3368028" cy="1829591"/>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349">
              <a:solidFill>
                <a:srgbClr val="000000"/>
              </a:solidFill>
              <a:latin typeface="Calibri" panose="020F0502020204030204" pitchFamily="34" charset="0"/>
              <a:cs typeface="Calibri" panose="020F0502020204030204" pitchFamily="34" charset="0"/>
              <a:sym typeface="Arial"/>
            </a:endParaRPr>
          </a:p>
        </p:txBody>
      </p:sp>
      <p:grpSp>
        <p:nvGrpSpPr>
          <p:cNvPr id="13" name="Group 4">
            <a:extLst>
              <a:ext uri="{FF2B5EF4-FFF2-40B4-BE49-F238E27FC236}">
                <a16:creationId xmlns:a16="http://schemas.microsoft.com/office/drawing/2014/main" id="{6A392D22-0553-448E-8511-A161686FD35F}"/>
              </a:ext>
            </a:extLst>
          </p:cNvPr>
          <p:cNvGrpSpPr>
            <a:grpSpLocks noChangeAspect="1"/>
          </p:cNvGrpSpPr>
          <p:nvPr userDrawn="1"/>
        </p:nvGrpSpPr>
        <p:grpSpPr bwMode="auto">
          <a:xfrm>
            <a:off x="7929564" y="314564"/>
            <a:ext cx="918684" cy="1076325"/>
            <a:chOff x="6529" y="3125"/>
            <a:chExt cx="772" cy="904"/>
          </a:xfrm>
        </p:grpSpPr>
        <p:sp>
          <p:nvSpPr>
            <p:cNvPr id="18" name="Freeform 5">
              <a:extLst>
                <a:ext uri="{FF2B5EF4-FFF2-40B4-BE49-F238E27FC236}">
                  <a16:creationId xmlns:a16="http://schemas.microsoft.com/office/drawing/2014/main" id="{352AD653-B456-40A2-B208-0D174C67ABBE}"/>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IN" sz="1349">
                <a:solidFill>
                  <a:srgbClr val="FFFFFF"/>
                </a:solidFill>
                <a:latin typeface="Calibri" panose="020F0502020204030204" pitchFamily="34" charset="0"/>
                <a:cs typeface="Calibri" panose="020F0502020204030204" pitchFamily="34" charset="0"/>
                <a:sym typeface="Arial"/>
              </a:endParaRPr>
            </a:p>
          </p:txBody>
        </p:sp>
        <p:sp>
          <p:nvSpPr>
            <p:cNvPr id="19" name="Freeform 6">
              <a:extLst>
                <a:ext uri="{FF2B5EF4-FFF2-40B4-BE49-F238E27FC236}">
                  <a16:creationId xmlns:a16="http://schemas.microsoft.com/office/drawing/2014/main" id="{87EB1B8F-E830-4ACC-AB70-40ABFEFDDF2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IN" sz="1349">
                <a:solidFill>
                  <a:srgbClr val="FFFFFF"/>
                </a:solidFill>
                <a:latin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3083009763"/>
      </p:ext>
    </p:extLst>
  </p:cSld>
  <p:clrMapOvr>
    <a:masterClrMapping/>
  </p:clrMapOvr>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90877D-79E5-43A7-A4EE-072C7307E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4572000" cy="5143500"/>
          </a:xfrm>
          <a:prstGeom prst="rect">
            <a:avLst/>
          </a:prstGeom>
        </p:spPr>
      </p:pic>
      <p:sp>
        <p:nvSpPr>
          <p:cNvPr id="3" name="Rectangle 2">
            <a:extLst>
              <a:ext uri="{FF2B5EF4-FFF2-40B4-BE49-F238E27FC236}">
                <a16:creationId xmlns:a16="http://schemas.microsoft.com/office/drawing/2014/main" id="{1C2F2582-084E-40E5-ABBC-8737D1A83C38}"/>
              </a:ext>
            </a:extLst>
          </p:cNvPr>
          <p:cNvSpPr/>
          <p:nvPr userDrawn="1"/>
        </p:nvSpPr>
        <p:spPr>
          <a:xfrm>
            <a:off x="4409982" y="0"/>
            <a:ext cx="162018" cy="5143500"/>
          </a:xfrm>
          <a:prstGeom prst="rect">
            <a:avLst/>
          </a:prstGeom>
          <a:solidFill>
            <a:srgbClr val="80808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defRPr/>
            </a:pPr>
            <a:endParaRPr lang="en-IN" sz="900">
              <a:solidFill>
                <a:srgbClr val="000000"/>
              </a:solidFill>
              <a:latin typeface="Calibri" panose="020F0502020204030204" pitchFamily="34" charset="0"/>
              <a:sym typeface="Arial"/>
            </a:endParaRPr>
          </a:p>
        </p:txBody>
      </p:sp>
      <p:grpSp>
        <p:nvGrpSpPr>
          <p:cNvPr id="4" name="Group 3">
            <a:extLst>
              <a:ext uri="{FF2B5EF4-FFF2-40B4-BE49-F238E27FC236}">
                <a16:creationId xmlns:a16="http://schemas.microsoft.com/office/drawing/2014/main" id="{832D35DE-C828-4052-9245-6F56D89F78ED}"/>
              </a:ext>
            </a:extLst>
          </p:cNvPr>
          <p:cNvGrpSpPr/>
          <p:nvPr userDrawn="1"/>
        </p:nvGrpSpPr>
        <p:grpSpPr>
          <a:xfrm rot="10800000" flipH="1">
            <a:off x="91440" y="678177"/>
            <a:ext cx="9052561" cy="3962402"/>
            <a:chOff x="5337996" y="2614370"/>
            <a:chExt cx="14766280" cy="7835900"/>
          </a:xfrm>
        </p:grpSpPr>
        <p:sp>
          <p:nvSpPr>
            <p:cNvPr id="5" name="object 2">
              <a:extLst>
                <a:ext uri="{FF2B5EF4-FFF2-40B4-BE49-F238E27FC236}">
                  <a16:creationId xmlns:a16="http://schemas.microsoft.com/office/drawing/2014/main" id="{6D638D58-07B8-4437-B9CC-3A402A77691F}"/>
                </a:ext>
              </a:extLst>
            </p:cNvPr>
            <p:cNvSpPr/>
            <p:nvPr/>
          </p:nvSpPr>
          <p:spPr>
            <a:xfrm flipV="1">
              <a:off x="5337996" y="10378050"/>
              <a:ext cx="14766280" cy="71895"/>
            </a:xfrm>
            <a:custGeom>
              <a:avLst/>
              <a:gdLst/>
              <a:ahLst/>
              <a:cxnLst/>
              <a:rect l="l" t="t" r="r" b="b"/>
              <a:pathLst>
                <a:path w="14730094">
                  <a:moveTo>
                    <a:pt x="0" y="0"/>
                  </a:moveTo>
                  <a:lnTo>
                    <a:pt x="14729917" y="0"/>
                  </a:lnTo>
                </a:path>
              </a:pathLst>
            </a:custGeom>
            <a:ln w="41883">
              <a:solidFill>
                <a:srgbClr val="F5F5F5"/>
              </a:solidFill>
            </a:ln>
          </p:spPr>
          <p:txBody>
            <a:bodyPr wrap="square" lIns="0" tIns="0" rIns="0" bIns="0" rtlCol="0"/>
            <a:lstStyle/>
            <a:p>
              <a:pPr defTabSz="914400">
                <a:defRPr/>
              </a:pPr>
              <a:endParaRPr>
                <a:solidFill>
                  <a:prstClr val="black"/>
                </a:solidFill>
                <a:latin typeface="Segoe UI" panose="020B0502040204020203" pitchFamily="34" charset="0"/>
                <a:cs typeface="Segoe UI" panose="020B0502040204020203" pitchFamily="34" charset="0"/>
                <a:sym typeface="Arial"/>
              </a:endParaRPr>
            </a:p>
          </p:txBody>
        </p:sp>
        <p:sp>
          <p:nvSpPr>
            <p:cNvPr id="6" name="object 3">
              <a:extLst>
                <a:ext uri="{FF2B5EF4-FFF2-40B4-BE49-F238E27FC236}">
                  <a16:creationId xmlns:a16="http://schemas.microsoft.com/office/drawing/2014/main" id="{4D90BCF7-CCB5-4A61-8683-5C68F03D7C0F}"/>
                </a:ext>
              </a:extLst>
            </p:cNvPr>
            <p:cNvSpPr/>
            <p:nvPr/>
          </p:nvSpPr>
          <p:spPr>
            <a:xfrm>
              <a:off x="5374182" y="2614370"/>
              <a:ext cx="14730094" cy="7835900"/>
            </a:xfrm>
            <a:custGeom>
              <a:avLst/>
              <a:gdLst/>
              <a:ahLst/>
              <a:cxnLst/>
              <a:rect l="l" t="t" r="r" b="b"/>
              <a:pathLst>
                <a:path w="14730094" h="7835900">
                  <a:moveTo>
                    <a:pt x="14729917" y="0"/>
                  </a:moveTo>
                  <a:lnTo>
                    <a:pt x="0" y="0"/>
                  </a:lnTo>
                  <a:lnTo>
                    <a:pt x="0" y="7835572"/>
                  </a:lnTo>
                </a:path>
              </a:pathLst>
            </a:custGeom>
            <a:ln w="41883">
              <a:solidFill>
                <a:srgbClr val="F5F5F5"/>
              </a:solidFill>
            </a:ln>
          </p:spPr>
          <p:txBody>
            <a:bodyPr wrap="square" lIns="0" tIns="0" rIns="0" bIns="0" rtlCol="0"/>
            <a:lstStyle/>
            <a:p>
              <a:pPr defTabSz="914400">
                <a:defRPr/>
              </a:pPr>
              <a:endParaRPr>
                <a:solidFill>
                  <a:prstClr val="black"/>
                </a:solidFill>
                <a:latin typeface="Segoe UI" panose="020B0502040204020203" pitchFamily="34" charset="0"/>
                <a:cs typeface="Segoe UI" panose="020B0502040204020203" pitchFamily="34" charset="0"/>
                <a:sym typeface="Arial"/>
              </a:endParaRPr>
            </a:p>
          </p:txBody>
        </p:sp>
      </p:grpSp>
      <p:sp>
        <p:nvSpPr>
          <p:cNvPr id="7" name="Rectangle 6">
            <a:extLst>
              <a:ext uri="{FF2B5EF4-FFF2-40B4-BE49-F238E27FC236}">
                <a16:creationId xmlns:a16="http://schemas.microsoft.com/office/drawing/2014/main" id="{4C937024-71B5-4C89-81A4-494079F5BCD6}"/>
              </a:ext>
            </a:extLst>
          </p:cNvPr>
          <p:cNvSpPr/>
          <p:nvPr userDrawn="1"/>
        </p:nvSpPr>
        <p:spPr>
          <a:xfrm>
            <a:off x="1" y="0"/>
            <a:ext cx="4409981"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endParaRPr lang="en-US" sz="900">
              <a:solidFill>
                <a:srgbClr val="FFFFFF"/>
              </a:solidFill>
              <a:latin typeface="Calibri" panose="020F0502020204030204" pitchFamily="34" charset="0"/>
              <a:sym typeface="Arial"/>
            </a:endParaRPr>
          </a:p>
        </p:txBody>
      </p:sp>
    </p:spTree>
    <p:extLst>
      <p:ext uri="{BB962C8B-B14F-4D97-AF65-F5344CB8AC3E}">
        <p14:creationId xmlns:p14="http://schemas.microsoft.com/office/powerpoint/2010/main" val="260985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91110"/>
            <a:ext cx="8229600" cy="442800"/>
          </a:xfrm>
        </p:spPr>
        <p:txBody>
          <a:bodyPr anchor="ctr"/>
          <a:lstStyle>
            <a:lvl1pPr>
              <a:defRPr sz="1649">
                <a:solidFill>
                  <a:schemeClr val="bg1"/>
                </a:solidFill>
                <a:latin typeface="Calibri" panose="020F0502020204030204" pitchFamily="34" charset="0"/>
                <a:cs typeface="Calibri" panose="020F0502020204030204" pitchFamily="34" charset="0"/>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457200" y="551273"/>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a:solidFill>
                <a:srgbClr val="2E2E38"/>
              </a:solidFill>
              <a:latin typeface="Calibri" panose="020F0502020204030204" pitchFamily="34" charset="0"/>
              <a:cs typeface="Calibri" panose="020F0502020204030204" pitchFamily="34" charset="0"/>
              <a:sym typeface="Arial"/>
            </a:endParaRPr>
          </a:p>
        </p:txBody>
      </p:sp>
      <p:sp>
        <p:nvSpPr>
          <p:cNvPr id="4" name="Line 10">
            <a:extLst>
              <a:ext uri="{FF2B5EF4-FFF2-40B4-BE49-F238E27FC236}">
                <a16:creationId xmlns:a16="http://schemas.microsoft.com/office/drawing/2014/main" id="{4BCB20C6-AC87-4E0B-99F3-BF485C6242E2}"/>
              </a:ext>
            </a:extLst>
          </p:cNvPr>
          <p:cNvSpPr>
            <a:spLocks noChangeShapeType="1"/>
          </p:cNvSpPr>
          <p:nvPr userDrawn="1"/>
        </p:nvSpPr>
        <p:spPr bwMode="auto">
          <a:xfrm>
            <a:off x="457439" y="552925"/>
            <a:ext cx="810000" cy="0"/>
          </a:xfrm>
          <a:prstGeom prst="line">
            <a:avLst/>
          </a:prstGeom>
          <a:noFill/>
          <a:ln w="6350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solidFill>
                <a:srgbClr val="2E2E38"/>
              </a:solidFill>
              <a:latin typeface="Calibri" panose="020F0502020204030204" pitchFamily="34" charset="0"/>
              <a:sym typeface="Arial"/>
            </a:endParaRPr>
          </a:p>
        </p:txBody>
      </p:sp>
    </p:spTree>
    <p:extLst>
      <p:ext uri="{BB962C8B-B14F-4D97-AF65-F5344CB8AC3E}">
        <p14:creationId xmlns:p14="http://schemas.microsoft.com/office/powerpoint/2010/main" val="3139935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2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25285CA-2396-4782-9F7B-D4758CEA9F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9151169" cy="5143500"/>
          </a:xfrm>
          <a:prstGeom prst="rect">
            <a:avLst/>
          </a:prstGeom>
        </p:spPr>
      </p:pic>
    </p:spTree>
    <p:extLst>
      <p:ext uri="{BB962C8B-B14F-4D97-AF65-F5344CB8AC3E}">
        <p14:creationId xmlns:p14="http://schemas.microsoft.com/office/powerpoint/2010/main" val="2741024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1" userDrawn="1">
  <p:cSld name="Title slide 1">
    <p:spTree>
      <p:nvGrpSpPr>
        <p:cNvPr id="1" name="Shape 13"/>
        <p:cNvGrpSpPr/>
        <p:nvPr/>
      </p:nvGrpSpPr>
      <p:grpSpPr>
        <a:xfrm>
          <a:off x="0" y="0"/>
          <a:ext cx="0" cy="0"/>
          <a:chOff x="0" y="0"/>
          <a:chExt cx="0" cy="0"/>
        </a:xfrm>
      </p:grpSpPr>
      <p:sp>
        <p:nvSpPr>
          <p:cNvPr id="3" name="Picture Placeholder 2"/>
          <p:cNvSpPr>
            <a:spLocks noGrp="1"/>
          </p:cNvSpPr>
          <p:nvPr>
            <p:ph type="pic" sz="quarter" idx="13" hasCustomPrompt="1"/>
          </p:nvPr>
        </p:nvSpPr>
        <p:spPr>
          <a:xfrm>
            <a:off x="0" y="0"/>
            <a:ext cx="9144000" cy="5143500"/>
          </a:xfrm>
          <a:prstGeom prst="rect">
            <a:avLst/>
          </a:prstGeom>
        </p:spPr>
        <p:txBody>
          <a:bodyPr/>
          <a:lstStyle>
            <a:lvl1pPr marL="114294" indent="0">
              <a:buNone/>
              <a:defRPr/>
            </a:lvl1pPr>
          </a:lstStyle>
          <a:p>
            <a:br>
              <a:rPr lang="en-US" dirty="0"/>
            </a:br>
            <a:br>
              <a:rPr lang="en-US" dirty="0"/>
            </a:br>
            <a:br>
              <a:rPr lang="en-US" dirty="0"/>
            </a:br>
            <a:br>
              <a:rPr lang="en-US" dirty="0"/>
            </a:br>
            <a:br>
              <a:rPr lang="en-US" dirty="0"/>
            </a:br>
            <a:br>
              <a:rPr lang="en-US" dirty="0"/>
            </a:br>
            <a:br>
              <a:rPr lang="en-US" dirty="0"/>
            </a:br>
            <a:r>
              <a:rPr lang="en-US" dirty="0"/>
              <a:t>                                                  Insert your picture here </a:t>
            </a:r>
            <a:endParaRPr lang="en-IN" dirty="0"/>
          </a:p>
        </p:txBody>
      </p:sp>
      <p:sp>
        <p:nvSpPr>
          <p:cNvPr id="14" name="Shape 14"/>
          <p:cNvSpPr txBox="1">
            <a:spLocks noGrp="1"/>
          </p:cNvSpPr>
          <p:nvPr>
            <p:ph type="ctrTitle"/>
          </p:nvPr>
        </p:nvSpPr>
        <p:spPr>
          <a:xfrm>
            <a:off x="6018758" y="1563640"/>
            <a:ext cx="2453700" cy="2016224"/>
          </a:xfrm>
          <a:prstGeom prst="rect">
            <a:avLst/>
          </a:prstGeom>
        </p:spPr>
        <p:txBody>
          <a:bodyPr spcFirstLastPara="1" wrap="square" lIns="91425" tIns="91425" rIns="91425" bIns="91425" anchor="b" anchorCtr="0"/>
          <a:lstStyle>
            <a:lvl1pPr lvl="0" algn="l" rtl="0">
              <a:spcBef>
                <a:spcPts val="0"/>
              </a:spcBef>
              <a:spcAft>
                <a:spcPts val="0"/>
              </a:spcAft>
              <a:buSzPts val="3300"/>
              <a:buNone/>
              <a:defRPr sz="3600" b="1">
                <a:solidFill>
                  <a:srgbClr val="CC4125"/>
                </a:solidFill>
                <a:latin typeface="+mj-lt"/>
              </a:defRPr>
            </a:lvl1pPr>
            <a:lvl2pPr lvl="1" rtl="0">
              <a:spcBef>
                <a:spcPts val="0"/>
              </a:spcBef>
              <a:spcAft>
                <a:spcPts val="0"/>
              </a:spcAft>
              <a:buSzPts val="5200"/>
              <a:buFont typeface="Calibri"/>
              <a:buNone/>
              <a:defRPr sz="5200">
                <a:latin typeface="Calibri"/>
                <a:ea typeface="Calibri"/>
                <a:cs typeface="Calibri"/>
                <a:sym typeface="Calibri"/>
              </a:defRPr>
            </a:lvl2pPr>
            <a:lvl3pPr lvl="2" rtl="0">
              <a:spcBef>
                <a:spcPts val="0"/>
              </a:spcBef>
              <a:spcAft>
                <a:spcPts val="0"/>
              </a:spcAft>
              <a:buSzPts val="5200"/>
              <a:buFont typeface="Calibri"/>
              <a:buNone/>
              <a:defRPr sz="5200">
                <a:latin typeface="Calibri"/>
                <a:ea typeface="Calibri"/>
                <a:cs typeface="Calibri"/>
                <a:sym typeface="Calibri"/>
              </a:defRPr>
            </a:lvl3pPr>
            <a:lvl4pPr lvl="3" rtl="0">
              <a:spcBef>
                <a:spcPts val="0"/>
              </a:spcBef>
              <a:spcAft>
                <a:spcPts val="0"/>
              </a:spcAft>
              <a:buSzPts val="5200"/>
              <a:buFont typeface="Calibri"/>
              <a:buNone/>
              <a:defRPr sz="5200">
                <a:latin typeface="Calibri"/>
                <a:ea typeface="Calibri"/>
                <a:cs typeface="Calibri"/>
                <a:sym typeface="Calibri"/>
              </a:defRPr>
            </a:lvl4pPr>
            <a:lvl5pPr lvl="4" rtl="0">
              <a:spcBef>
                <a:spcPts val="0"/>
              </a:spcBef>
              <a:spcAft>
                <a:spcPts val="0"/>
              </a:spcAft>
              <a:buSzPts val="5200"/>
              <a:buFont typeface="Calibri"/>
              <a:buNone/>
              <a:defRPr sz="5200">
                <a:latin typeface="Calibri"/>
                <a:ea typeface="Calibri"/>
                <a:cs typeface="Calibri"/>
                <a:sym typeface="Calibri"/>
              </a:defRPr>
            </a:lvl5pPr>
            <a:lvl6pPr lvl="5" rtl="0">
              <a:spcBef>
                <a:spcPts val="0"/>
              </a:spcBef>
              <a:spcAft>
                <a:spcPts val="0"/>
              </a:spcAft>
              <a:buSzPts val="5200"/>
              <a:buFont typeface="Calibri"/>
              <a:buNone/>
              <a:defRPr sz="5200">
                <a:latin typeface="Calibri"/>
                <a:ea typeface="Calibri"/>
                <a:cs typeface="Calibri"/>
                <a:sym typeface="Calibri"/>
              </a:defRPr>
            </a:lvl6pPr>
            <a:lvl7pPr lvl="6" rtl="0">
              <a:spcBef>
                <a:spcPts val="0"/>
              </a:spcBef>
              <a:spcAft>
                <a:spcPts val="0"/>
              </a:spcAft>
              <a:buSzPts val="5200"/>
              <a:buFont typeface="Calibri"/>
              <a:buNone/>
              <a:defRPr sz="5200">
                <a:latin typeface="Calibri"/>
                <a:ea typeface="Calibri"/>
                <a:cs typeface="Calibri"/>
                <a:sym typeface="Calibri"/>
              </a:defRPr>
            </a:lvl7pPr>
            <a:lvl8pPr lvl="7" rtl="0">
              <a:spcBef>
                <a:spcPts val="0"/>
              </a:spcBef>
              <a:spcAft>
                <a:spcPts val="0"/>
              </a:spcAft>
              <a:buSzPts val="5200"/>
              <a:buFont typeface="Calibri"/>
              <a:buNone/>
              <a:defRPr sz="5200">
                <a:latin typeface="Calibri"/>
                <a:ea typeface="Calibri"/>
                <a:cs typeface="Calibri"/>
                <a:sym typeface="Calibri"/>
              </a:defRPr>
            </a:lvl8pPr>
            <a:lvl9pPr lvl="8" rtl="0">
              <a:spcBef>
                <a:spcPts val="0"/>
              </a:spcBef>
              <a:spcAft>
                <a:spcPts val="0"/>
              </a:spcAft>
              <a:buSzPts val="5200"/>
              <a:buFont typeface="Calibri"/>
              <a:buNone/>
              <a:defRPr sz="5200">
                <a:latin typeface="Calibri"/>
                <a:ea typeface="Calibri"/>
                <a:cs typeface="Calibri"/>
                <a:sym typeface="Calibri"/>
              </a:defRPr>
            </a:lvl9pPr>
          </a:lstStyle>
          <a:p>
            <a:r>
              <a:rPr lang="en-US" dirty="0"/>
              <a:t>Click to edit Master title style</a:t>
            </a:r>
            <a:endParaRPr dirty="0"/>
          </a:p>
        </p:txBody>
      </p:sp>
      <p:sp>
        <p:nvSpPr>
          <p:cNvPr id="16" name="Shape 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914400">
              <a:buClr>
                <a:srgbClr val="000000"/>
              </a:buClr>
              <a:buFont typeface="Arial"/>
              <a:buNone/>
            </a:pPr>
            <a:fld id="{00000000-1234-1234-1234-123412341234}" type="slidenum">
              <a:rPr lang="en-GB" sz="1400" kern="0">
                <a:solidFill>
                  <a:srgbClr val="595959"/>
                </a:solidFill>
                <a:latin typeface="Arial"/>
                <a:cs typeface="Arial"/>
                <a:sym typeface="Arial"/>
              </a:rPr>
              <a:pPr defTabSz="914400">
                <a:buClr>
                  <a:srgbClr val="000000"/>
                </a:buClr>
                <a:buFont typeface="Arial"/>
                <a:buNone/>
              </a:pPr>
              <a:t>‹#›</a:t>
            </a:fld>
            <a:endParaRPr sz="1400" kern="0">
              <a:solidFill>
                <a:srgbClr val="595959"/>
              </a:solidFill>
              <a:latin typeface="Arial"/>
              <a:cs typeface="Arial"/>
              <a:sym typeface="Aria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1"/>
            <a:ext cx="1454997" cy="671475"/>
          </a:xfrm>
          <a:prstGeom prst="rect">
            <a:avLst/>
          </a:prstGeom>
        </p:spPr>
      </p:pic>
    </p:spTree>
    <p:extLst>
      <p:ext uri="{BB962C8B-B14F-4D97-AF65-F5344CB8AC3E}">
        <p14:creationId xmlns:p14="http://schemas.microsoft.com/office/powerpoint/2010/main" val="2856282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a:xfrm>
            <a:off x="8472458" y="4663217"/>
            <a:ext cx="548700" cy="393600"/>
          </a:xfrm>
          <a:prstGeom prst="rect">
            <a:avLst/>
          </a:prstGeom>
        </p:spPr>
        <p:txBody>
          <a:bodyPr/>
          <a:lstStyle/>
          <a:p>
            <a:pPr defTabSz="914400">
              <a:buClr>
                <a:srgbClr val="000000"/>
              </a:buClr>
              <a:buFont typeface="Arial"/>
              <a:buNone/>
            </a:pPr>
            <a:fld id="{00000000-1234-1234-1234-123412341234}" type="slidenum">
              <a:rPr lang="en-GB" sz="1400" kern="0" smtClean="0">
                <a:solidFill>
                  <a:srgbClr val="595959"/>
                </a:solidFill>
                <a:latin typeface="Arial"/>
                <a:cs typeface="Arial"/>
                <a:sym typeface="Arial"/>
              </a:rPr>
              <a:pPr defTabSz="914400">
                <a:buClr>
                  <a:srgbClr val="000000"/>
                </a:buClr>
                <a:buFont typeface="Arial"/>
                <a:buNone/>
              </a:pPr>
              <a:t>‹#›</a:t>
            </a:fld>
            <a:endParaRPr lang="en-GB" sz="1400" kern="0" dirty="0">
              <a:solidFill>
                <a:srgbClr val="595959"/>
              </a:solidFill>
              <a:latin typeface="Arial"/>
              <a:cs typeface="Arial"/>
              <a:sym typeface="Arial"/>
            </a:endParaRPr>
          </a:p>
        </p:txBody>
      </p:sp>
      <p:sp>
        <p:nvSpPr>
          <p:cNvPr id="5" name="Picture Placeholder 4"/>
          <p:cNvSpPr>
            <a:spLocks noGrp="1"/>
          </p:cNvSpPr>
          <p:nvPr>
            <p:ph type="pic" sz="quarter" idx="11"/>
          </p:nvPr>
        </p:nvSpPr>
        <p:spPr>
          <a:xfrm>
            <a:off x="1438275" y="0"/>
            <a:ext cx="3100108" cy="1983442"/>
          </a:xfrm>
        </p:spPr>
        <p:txBody>
          <a:bodyPr/>
          <a:lstStyle/>
          <a:p>
            <a:endParaRPr lang="en-IN"/>
          </a:p>
        </p:txBody>
      </p:sp>
      <p:sp>
        <p:nvSpPr>
          <p:cNvPr id="7" name="Picture Placeholder 4"/>
          <p:cNvSpPr>
            <a:spLocks noGrp="1"/>
          </p:cNvSpPr>
          <p:nvPr>
            <p:ph type="pic" sz="quarter" idx="12"/>
          </p:nvPr>
        </p:nvSpPr>
        <p:spPr>
          <a:xfrm>
            <a:off x="1438275" y="3160059"/>
            <a:ext cx="3100108" cy="1983442"/>
          </a:xfrm>
        </p:spPr>
        <p:txBody>
          <a:bodyPr/>
          <a:lstStyle/>
          <a:p>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1"/>
            <a:ext cx="1454997" cy="671475"/>
          </a:xfrm>
          <a:prstGeom prst="rect">
            <a:avLst/>
          </a:prstGeom>
        </p:spPr>
      </p:pic>
    </p:spTree>
    <p:extLst>
      <p:ext uri="{BB962C8B-B14F-4D97-AF65-F5344CB8AC3E}">
        <p14:creationId xmlns:p14="http://schemas.microsoft.com/office/powerpoint/2010/main" val="3024409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3C3F9-544B-44E2-9C1E-7AC4C82BD5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143999" cy="5143500"/>
          </a:xfrm>
          <a:prstGeom prst="rect">
            <a:avLst/>
          </a:prstGeom>
        </p:spPr>
      </p:pic>
      <p:sp>
        <p:nvSpPr>
          <p:cNvPr id="2" name="Rectangle 1">
            <a:extLst>
              <a:ext uri="{FF2B5EF4-FFF2-40B4-BE49-F238E27FC236}">
                <a16:creationId xmlns:a16="http://schemas.microsoft.com/office/drawing/2014/main" id="{D6E07F82-5F6F-4C94-A860-037E924022E9}"/>
              </a:ext>
            </a:extLst>
          </p:cNvPr>
          <p:cNvSpPr/>
          <p:nvPr userDrawn="1"/>
        </p:nvSpPr>
        <p:spPr>
          <a:xfrm>
            <a:off x="1" y="0"/>
            <a:ext cx="9143999"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endParaRPr lang="en-US" sz="900">
              <a:solidFill>
                <a:srgbClr val="FFFFFF"/>
              </a:solidFill>
              <a:latin typeface="Calibri" panose="020F0502020204030204" pitchFamily="34" charset="0"/>
              <a:cs typeface="Calibri" panose="020F0502020204030204" pitchFamily="34" charset="0"/>
              <a:sym typeface="Arial"/>
            </a:endParaRPr>
          </a:p>
        </p:txBody>
      </p:sp>
      <p:sp>
        <p:nvSpPr>
          <p:cNvPr id="16" name="Freeform 56">
            <a:extLst>
              <a:ext uri="{FF2B5EF4-FFF2-40B4-BE49-F238E27FC236}">
                <a16:creationId xmlns:a16="http://schemas.microsoft.com/office/drawing/2014/main" id="{13A7AC18-CF42-4EC5-8D40-441EAE30A06C}"/>
              </a:ext>
            </a:extLst>
          </p:cNvPr>
          <p:cNvSpPr/>
          <p:nvPr userDrawn="1"/>
        </p:nvSpPr>
        <p:spPr>
          <a:xfrm>
            <a:off x="373393" y="3070860"/>
            <a:ext cx="3368028" cy="1829591"/>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1349">
              <a:solidFill>
                <a:srgbClr val="000000"/>
              </a:solidFill>
              <a:latin typeface="Calibri" panose="020F0502020204030204" pitchFamily="34" charset="0"/>
              <a:cs typeface="Calibri" panose="020F0502020204030204" pitchFamily="34" charset="0"/>
              <a:sym typeface="Arial"/>
            </a:endParaRPr>
          </a:p>
        </p:txBody>
      </p:sp>
      <p:grpSp>
        <p:nvGrpSpPr>
          <p:cNvPr id="13" name="Group 4">
            <a:extLst>
              <a:ext uri="{FF2B5EF4-FFF2-40B4-BE49-F238E27FC236}">
                <a16:creationId xmlns:a16="http://schemas.microsoft.com/office/drawing/2014/main" id="{6A392D22-0553-448E-8511-A161686FD35F}"/>
              </a:ext>
            </a:extLst>
          </p:cNvPr>
          <p:cNvGrpSpPr>
            <a:grpSpLocks noChangeAspect="1"/>
          </p:cNvGrpSpPr>
          <p:nvPr userDrawn="1"/>
        </p:nvGrpSpPr>
        <p:grpSpPr bwMode="auto">
          <a:xfrm>
            <a:off x="7929564" y="314564"/>
            <a:ext cx="918684" cy="1076325"/>
            <a:chOff x="6529" y="3125"/>
            <a:chExt cx="772" cy="904"/>
          </a:xfrm>
        </p:grpSpPr>
        <p:sp>
          <p:nvSpPr>
            <p:cNvPr id="18" name="Freeform 5">
              <a:extLst>
                <a:ext uri="{FF2B5EF4-FFF2-40B4-BE49-F238E27FC236}">
                  <a16:creationId xmlns:a16="http://schemas.microsoft.com/office/drawing/2014/main" id="{352AD653-B456-40A2-B208-0D174C67ABBE}"/>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IN" sz="1349">
                <a:solidFill>
                  <a:srgbClr val="FFFFFF"/>
                </a:solidFill>
                <a:latin typeface="Calibri" panose="020F0502020204030204" pitchFamily="34" charset="0"/>
                <a:cs typeface="Calibri" panose="020F0502020204030204" pitchFamily="34" charset="0"/>
                <a:sym typeface="Arial"/>
              </a:endParaRPr>
            </a:p>
          </p:txBody>
        </p:sp>
        <p:sp>
          <p:nvSpPr>
            <p:cNvPr id="19" name="Freeform 6">
              <a:extLst>
                <a:ext uri="{FF2B5EF4-FFF2-40B4-BE49-F238E27FC236}">
                  <a16:creationId xmlns:a16="http://schemas.microsoft.com/office/drawing/2014/main" id="{87EB1B8F-E830-4ACC-AB70-40ABFEFDDF2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IN" sz="1349">
                <a:solidFill>
                  <a:srgbClr val="FFFFFF"/>
                </a:solidFill>
                <a:latin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3584945910"/>
      </p:ext>
    </p:extLst>
  </p:cSld>
  <p:clrMapOvr>
    <a:masterClrMapping/>
  </p:clrMapOvr>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90877D-79E5-43A7-A4EE-072C7307E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4572000" cy="5143500"/>
          </a:xfrm>
          <a:prstGeom prst="rect">
            <a:avLst/>
          </a:prstGeom>
        </p:spPr>
      </p:pic>
      <p:sp>
        <p:nvSpPr>
          <p:cNvPr id="3" name="Rectangle 2">
            <a:extLst>
              <a:ext uri="{FF2B5EF4-FFF2-40B4-BE49-F238E27FC236}">
                <a16:creationId xmlns:a16="http://schemas.microsoft.com/office/drawing/2014/main" id="{1C2F2582-084E-40E5-ABBC-8737D1A83C38}"/>
              </a:ext>
            </a:extLst>
          </p:cNvPr>
          <p:cNvSpPr/>
          <p:nvPr userDrawn="1"/>
        </p:nvSpPr>
        <p:spPr>
          <a:xfrm>
            <a:off x="4409982" y="0"/>
            <a:ext cx="162018" cy="5143500"/>
          </a:xfrm>
          <a:prstGeom prst="rect">
            <a:avLst/>
          </a:prstGeom>
          <a:solidFill>
            <a:srgbClr val="80808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defRPr/>
            </a:pPr>
            <a:endParaRPr lang="en-IN" sz="900">
              <a:solidFill>
                <a:srgbClr val="000000"/>
              </a:solidFill>
              <a:latin typeface="Calibri" panose="020F0502020204030204" pitchFamily="34" charset="0"/>
              <a:sym typeface="Arial"/>
            </a:endParaRPr>
          </a:p>
        </p:txBody>
      </p:sp>
      <p:grpSp>
        <p:nvGrpSpPr>
          <p:cNvPr id="4" name="Group 3">
            <a:extLst>
              <a:ext uri="{FF2B5EF4-FFF2-40B4-BE49-F238E27FC236}">
                <a16:creationId xmlns:a16="http://schemas.microsoft.com/office/drawing/2014/main" id="{832D35DE-C828-4052-9245-6F56D89F78ED}"/>
              </a:ext>
            </a:extLst>
          </p:cNvPr>
          <p:cNvGrpSpPr/>
          <p:nvPr userDrawn="1"/>
        </p:nvGrpSpPr>
        <p:grpSpPr>
          <a:xfrm rot="10800000" flipH="1">
            <a:off x="91440" y="678177"/>
            <a:ext cx="9052561" cy="3962402"/>
            <a:chOff x="5337996" y="2614370"/>
            <a:chExt cx="14766280" cy="7835900"/>
          </a:xfrm>
        </p:grpSpPr>
        <p:sp>
          <p:nvSpPr>
            <p:cNvPr id="5" name="object 2">
              <a:extLst>
                <a:ext uri="{FF2B5EF4-FFF2-40B4-BE49-F238E27FC236}">
                  <a16:creationId xmlns:a16="http://schemas.microsoft.com/office/drawing/2014/main" id="{6D638D58-07B8-4437-B9CC-3A402A77691F}"/>
                </a:ext>
              </a:extLst>
            </p:cNvPr>
            <p:cNvSpPr/>
            <p:nvPr/>
          </p:nvSpPr>
          <p:spPr>
            <a:xfrm flipV="1">
              <a:off x="5337996" y="10378050"/>
              <a:ext cx="14766280" cy="71895"/>
            </a:xfrm>
            <a:custGeom>
              <a:avLst/>
              <a:gdLst/>
              <a:ahLst/>
              <a:cxnLst/>
              <a:rect l="l" t="t" r="r" b="b"/>
              <a:pathLst>
                <a:path w="14730094">
                  <a:moveTo>
                    <a:pt x="0" y="0"/>
                  </a:moveTo>
                  <a:lnTo>
                    <a:pt x="14729917" y="0"/>
                  </a:lnTo>
                </a:path>
              </a:pathLst>
            </a:custGeom>
            <a:ln w="41883">
              <a:solidFill>
                <a:srgbClr val="F5F5F5"/>
              </a:solidFill>
            </a:ln>
          </p:spPr>
          <p:txBody>
            <a:bodyPr wrap="square" lIns="0" tIns="0" rIns="0" bIns="0" rtlCol="0"/>
            <a:lstStyle/>
            <a:p>
              <a:pPr defTabSz="914400">
                <a:defRPr/>
              </a:pPr>
              <a:endParaRPr>
                <a:solidFill>
                  <a:prstClr val="black"/>
                </a:solidFill>
                <a:latin typeface="Segoe UI" panose="020B0502040204020203" pitchFamily="34" charset="0"/>
                <a:cs typeface="Segoe UI" panose="020B0502040204020203" pitchFamily="34" charset="0"/>
                <a:sym typeface="Arial"/>
              </a:endParaRPr>
            </a:p>
          </p:txBody>
        </p:sp>
        <p:sp>
          <p:nvSpPr>
            <p:cNvPr id="6" name="object 3">
              <a:extLst>
                <a:ext uri="{FF2B5EF4-FFF2-40B4-BE49-F238E27FC236}">
                  <a16:creationId xmlns:a16="http://schemas.microsoft.com/office/drawing/2014/main" id="{4D90BCF7-CCB5-4A61-8683-5C68F03D7C0F}"/>
                </a:ext>
              </a:extLst>
            </p:cNvPr>
            <p:cNvSpPr/>
            <p:nvPr/>
          </p:nvSpPr>
          <p:spPr>
            <a:xfrm>
              <a:off x="5374182" y="2614370"/>
              <a:ext cx="14730094" cy="7835900"/>
            </a:xfrm>
            <a:custGeom>
              <a:avLst/>
              <a:gdLst/>
              <a:ahLst/>
              <a:cxnLst/>
              <a:rect l="l" t="t" r="r" b="b"/>
              <a:pathLst>
                <a:path w="14730094" h="7835900">
                  <a:moveTo>
                    <a:pt x="14729917" y="0"/>
                  </a:moveTo>
                  <a:lnTo>
                    <a:pt x="0" y="0"/>
                  </a:lnTo>
                  <a:lnTo>
                    <a:pt x="0" y="7835572"/>
                  </a:lnTo>
                </a:path>
              </a:pathLst>
            </a:custGeom>
            <a:ln w="41883">
              <a:solidFill>
                <a:srgbClr val="F5F5F5"/>
              </a:solidFill>
            </a:ln>
          </p:spPr>
          <p:txBody>
            <a:bodyPr wrap="square" lIns="0" tIns="0" rIns="0" bIns="0" rtlCol="0"/>
            <a:lstStyle/>
            <a:p>
              <a:pPr defTabSz="914400">
                <a:defRPr/>
              </a:pPr>
              <a:endParaRPr>
                <a:solidFill>
                  <a:prstClr val="black"/>
                </a:solidFill>
                <a:latin typeface="Segoe UI" panose="020B0502040204020203" pitchFamily="34" charset="0"/>
                <a:cs typeface="Segoe UI" panose="020B0502040204020203" pitchFamily="34" charset="0"/>
                <a:sym typeface="Arial"/>
              </a:endParaRPr>
            </a:p>
          </p:txBody>
        </p:sp>
      </p:grpSp>
      <p:sp>
        <p:nvSpPr>
          <p:cNvPr id="7" name="Rectangle 6">
            <a:extLst>
              <a:ext uri="{FF2B5EF4-FFF2-40B4-BE49-F238E27FC236}">
                <a16:creationId xmlns:a16="http://schemas.microsoft.com/office/drawing/2014/main" id="{4C937024-71B5-4C89-81A4-494079F5BCD6}"/>
              </a:ext>
            </a:extLst>
          </p:cNvPr>
          <p:cNvSpPr/>
          <p:nvPr userDrawn="1"/>
        </p:nvSpPr>
        <p:spPr>
          <a:xfrm>
            <a:off x="1" y="0"/>
            <a:ext cx="4409981"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400"/>
            <a:endParaRPr lang="en-US" sz="900">
              <a:solidFill>
                <a:srgbClr val="FFFFFF"/>
              </a:solidFill>
              <a:latin typeface="Calibri" panose="020F0502020204030204" pitchFamily="34" charset="0"/>
              <a:sym typeface="Arial"/>
            </a:endParaRPr>
          </a:p>
        </p:txBody>
      </p:sp>
    </p:spTree>
    <p:extLst>
      <p:ext uri="{BB962C8B-B14F-4D97-AF65-F5344CB8AC3E}">
        <p14:creationId xmlns:p14="http://schemas.microsoft.com/office/powerpoint/2010/main" val="1905733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91110"/>
            <a:ext cx="8229600" cy="442800"/>
          </a:xfrm>
        </p:spPr>
        <p:txBody>
          <a:bodyPr anchor="ctr"/>
          <a:lstStyle>
            <a:lvl1pPr>
              <a:defRPr sz="1649">
                <a:solidFill>
                  <a:schemeClr val="bg1"/>
                </a:solidFill>
                <a:latin typeface="Calibri" panose="020F0502020204030204" pitchFamily="34" charset="0"/>
                <a:cs typeface="Calibri" panose="020F0502020204030204" pitchFamily="34" charset="0"/>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457200" y="551273"/>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a:solidFill>
                <a:srgbClr val="2E2E38"/>
              </a:solidFill>
              <a:latin typeface="Calibri" panose="020F0502020204030204" pitchFamily="34" charset="0"/>
              <a:cs typeface="Calibri" panose="020F0502020204030204" pitchFamily="34" charset="0"/>
              <a:sym typeface="Arial"/>
            </a:endParaRPr>
          </a:p>
        </p:txBody>
      </p:sp>
      <p:sp>
        <p:nvSpPr>
          <p:cNvPr id="4" name="Line 10">
            <a:extLst>
              <a:ext uri="{FF2B5EF4-FFF2-40B4-BE49-F238E27FC236}">
                <a16:creationId xmlns:a16="http://schemas.microsoft.com/office/drawing/2014/main" id="{4BCB20C6-AC87-4E0B-99F3-BF485C6242E2}"/>
              </a:ext>
            </a:extLst>
          </p:cNvPr>
          <p:cNvSpPr>
            <a:spLocks noChangeShapeType="1"/>
          </p:cNvSpPr>
          <p:nvPr userDrawn="1"/>
        </p:nvSpPr>
        <p:spPr bwMode="auto">
          <a:xfrm>
            <a:off x="457439" y="552925"/>
            <a:ext cx="810000" cy="0"/>
          </a:xfrm>
          <a:prstGeom prst="line">
            <a:avLst/>
          </a:prstGeom>
          <a:noFill/>
          <a:ln w="6350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solidFill>
                <a:srgbClr val="2E2E38"/>
              </a:solidFill>
              <a:latin typeface="Calibri" panose="020F0502020204030204" pitchFamily="34" charset="0"/>
              <a:sym typeface="Arial"/>
            </a:endParaRPr>
          </a:p>
        </p:txBody>
      </p:sp>
    </p:spTree>
    <p:extLst>
      <p:ext uri="{BB962C8B-B14F-4D97-AF65-F5344CB8AC3E}">
        <p14:creationId xmlns:p14="http://schemas.microsoft.com/office/powerpoint/2010/main" val="4249365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843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25285CA-2396-4782-9F7B-D4758CEA9F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9151169" cy="5143500"/>
          </a:xfrm>
          <a:prstGeom prst="rect">
            <a:avLst/>
          </a:prstGeom>
        </p:spPr>
      </p:pic>
    </p:spTree>
    <p:extLst>
      <p:ext uri="{BB962C8B-B14F-4D97-AF65-F5344CB8AC3E}">
        <p14:creationId xmlns:p14="http://schemas.microsoft.com/office/powerpoint/2010/main" val="15969863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userDrawn="1">
  <p:cSld name="Title slide 1">
    <p:spTree>
      <p:nvGrpSpPr>
        <p:cNvPr id="1" name="Shape 13"/>
        <p:cNvGrpSpPr/>
        <p:nvPr/>
      </p:nvGrpSpPr>
      <p:grpSpPr>
        <a:xfrm>
          <a:off x="0" y="0"/>
          <a:ext cx="0" cy="0"/>
          <a:chOff x="0" y="0"/>
          <a:chExt cx="0" cy="0"/>
        </a:xfrm>
      </p:grpSpPr>
      <p:sp>
        <p:nvSpPr>
          <p:cNvPr id="3" name="Picture Placeholder 2"/>
          <p:cNvSpPr>
            <a:spLocks noGrp="1"/>
          </p:cNvSpPr>
          <p:nvPr>
            <p:ph type="pic" sz="quarter" idx="13" hasCustomPrompt="1"/>
          </p:nvPr>
        </p:nvSpPr>
        <p:spPr>
          <a:xfrm>
            <a:off x="0" y="0"/>
            <a:ext cx="9144000" cy="5143500"/>
          </a:xfrm>
          <a:prstGeom prst="rect">
            <a:avLst/>
          </a:prstGeom>
        </p:spPr>
        <p:txBody>
          <a:bodyPr/>
          <a:lstStyle>
            <a:lvl1pPr marL="114294" indent="0">
              <a:buNone/>
              <a:defRPr/>
            </a:lvl1pPr>
          </a:lstStyle>
          <a:p>
            <a:br>
              <a:rPr lang="en-US" dirty="0"/>
            </a:br>
            <a:br>
              <a:rPr lang="en-US" dirty="0"/>
            </a:br>
            <a:br>
              <a:rPr lang="en-US" dirty="0"/>
            </a:br>
            <a:br>
              <a:rPr lang="en-US" dirty="0"/>
            </a:br>
            <a:br>
              <a:rPr lang="en-US" dirty="0"/>
            </a:br>
            <a:br>
              <a:rPr lang="en-US" dirty="0"/>
            </a:br>
            <a:br>
              <a:rPr lang="en-US" dirty="0"/>
            </a:br>
            <a:r>
              <a:rPr lang="en-US" dirty="0"/>
              <a:t>                                                  Insert your picture here </a:t>
            </a:r>
            <a:endParaRPr lang="en-IN" dirty="0"/>
          </a:p>
        </p:txBody>
      </p:sp>
      <p:sp>
        <p:nvSpPr>
          <p:cNvPr id="14" name="Shape 14"/>
          <p:cNvSpPr txBox="1">
            <a:spLocks noGrp="1"/>
          </p:cNvSpPr>
          <p:nvPr>
            <p:ph type="ctrTitle"/>
          </p:nvPr>
        </p:nvSpPr>
        <p:spPr>
          <a:xfrm>
            <a:off x="6018758" y="1563640"/>
            <a:ext cx="2453700" cy="2016224"/>
          </a:xfrm>
          <a:prstGeom prst="rect">
            <a:avLst/>
          </a:prstGeom>
        </p:spPr>
        <p:txBody>
          <a:bodyPr spcFirstLastPara="1" wrap="square" lIns="91425" tIns="91425" rIns="91425" bIns="91425" anchor="b" anchorCtr="0"/>
          <a:lstStyle>
            <a:lvl1pPr lvl="0" algn="l" rtl="0">
              <a:spcBef>
                <a:spcPts val="0"/>
              </a:spcBef>
              <a:spcAft>
                <a:spcPts val="0"/>
              </a:spcAft>
              <a:buSzPts val="3300"/>
              <a:buNone/>
              <a:defRPr sz="3600" b="1">
                <a:solidFill>
                  <a:srgbClr val="CC4125"/>
                </a:solidFill>
                <a:latin typeface="+mj-lt"/>
              </a:defRPr>
            </a:lvl1pPr>
            <a:lvl2pPr lvl="1" rtl="0">
              <a:spcBef>
                <a:spcPts val="0"/>
              </a:spcBef>
              <a:spcAft>
                <a:spcPts val="0"/>
              </a:spcAft>
              <a:buSzPts val="5200"/>
              <a:buFont typeface="Calibri"/>
              <a:buNone/>
              <a:defRPr sz="5200">
                <a:latin typeface="Calibri"/>
                <a:ea typeface="Calibri"/>
                <a:cs typeface="Calibri"/>
                <a:sym typeface="Calibri"/>
              </a:defRPr>
            </a:lvl2pPr>
            <a:lvl3pPr lvl="2" rtl="0">
              <a:spcBef>
                <a:spcPts val="0"/>
              </a:spcBef>
              <a:spcAft>
                <a:spcPts val="0"/>
              </a:spcAft>
              <a:buSzPts val="5200"/>
              <a:buFont typeface="Calibri"/>
              <a:buNone/>
              <a:defRPr sz="5200">
                <a:latin typeface="Calibri"/>
                <a:ea typeface="Calibri"/>
                <a:cs typeface="Calibri"/>
                <a:sym typeface="Calibri"/>
              </a:defRPr>
            </a:lvl3pPr>
            <a:lvl4pPr lvl="3" rtl="0">
              <a:spcBef>
                <a:spcPts val="0"/>
              </a:spcBef>
              <a:spcAft>
                <a:spcPts val="0"/>
              </a:spcAft>
              <a:buSzPts val="5200"/>
              <a:buFont typeface="Calibri"/>
              <a:buNone/>
              <a:defRPr sz="5200">
                <a:latin typeface="Calibri"/>
                <a:ea typeface="Calibri"/>
                <a:cs typeface="Calibri"/>
                <a:sym typeface="Calibri"/>
              </a:defRPr>
            </a:lvl4pPr>
            <a:lvl5pPr lvl="4" rtl="0">
              <a:spcBef>
                <a:spcPts val="0"/>
              </a:spcBef>
              <a:spcAft>
                <a:spcPts val="0"/>
              </a:spcAft>
              <a:buSzPts val="5200"/>
              <a:buFont typeface="Calibri"/>
              <a:buNone/>
              <a:defRPr sz="5200">
                <a:latin typeface="Calibri"/>
                <a:ea typeface="Calibri"/>
                <a:cs typeface="Calibri"/>
                <a:sym typeface="Calibri"/>
              </a:defRPr>
            </a:lvl5pPr>
            <a:lvl6pPr lvl="5" rtl="0">
              <a:spcBef>
                <a:spcPts val="0"/>
              </a:spcBef>
              <a:spcAft>
                <a:spcPts val="0"/>
              </a:spcAft>
              <a:buSzPts val="5200"/>
              <a:buFont typeface="Calibri"/>
              <a:buNone/>
              <a:defRPr sz="5200">
                <a:latin typeface="Calibri"/>
                <a:ea typeface="Calibri"/>
                <a:cs typeface="Calibri"/>
                <a:sym typeface="Calibri"/>
              </a:defRPr>
            </a:lvl6pPr>
            <a:lvl7pPr lvl="6" rtl="0">
              <a:spcBef>
                <a:spcPts val="0"/>
              </a:spcBef>
              <a:spcAft>
                <a:spcPts val="0"/>
              </a:spcAft>
              <a:buSzPts val="5200"/>
              <a:buFont typeface="Calibri"/>
              <a:buNone/>
              <a:defRPr sz="5200">
                <a:latin typeface="Calibri"/>
                <a:ea typeface="Calibri"/>
                <a:cs typeface="Calibri"/>
                <a:sym typeface="Calibri"/>
              </a:defRPr>
            </a:lvl7pPr>
            <a:lvl8pPr lvl="7" rtl="0">
              <a:spcBef>
                <a:spcPts val="0"/>
              </a:spcBef>
              <a:spcAft>
                <a:spcPts val="0"/>
              </a:spcAft>
              <a:buSzPts val="5200"/>
              <a:buFont typeface="Calibri"/>
              <a:buNone/>
              <a:defRPr sz="5200">
                <a:latin typeface="Calibri"/>
                <a:ea typeface="Calibri"/>
                <a:cs typeface="Calibri"/>
                <a:sym typeface="Calibri"/>
              </a:defRPr>
            </a:lvl8pPr>
            <a:lvl9pPr lvl="8" rtl="0">
              <a:spcBef>
                <a:spcPts val="0"/>
              </a:spcBef>
              <a:spcAft>
                <a:spcPts val="0"/>
              </a:spcAft>
              <a:buSzPts val="5200"/>
              <a:buFont typeface="Calibri"/>
              <a:buNone/>
              <a:defRPr sz="5200">
                <a:latin typeface="Calibri"/>
                <a:ea typeface="Calibri"/>
                <a:cs typeface="Calibri"/>
                <a:sym typeface="Calibri"/>
              </a:defRPr>
            </a:lvl9pPr>
          </a:lstStyle>
          <a:p>
            <a:r>
              <a:rPr lang="en-US" dirty="0"/>
              <a:t>Click to edit Master title style</a:t>
            </a:r>
            <a:endParaRPr dirty="0"/>
          </a:p>
        </p:txBody>
      </p:sp>
      <p:sp>
        <p:nvSpPr>
          <p:cNvPr id="16" name="Shape 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914400">
              <a:buClr>
                <a:srgbClr val="000000"/>
              </a:buClr>
              <a:buFont typeface="Arial"/>
              <a:buNone/>
            </a:pPr>
            <a:fld id="{00000000-1234-1234-1234-123412341234}" type="slidenum">
              <a:rPr lang="en-GB" sz="1400" kern="0">
                <a:solidFill>
                  <a:srgbClr val="595959"/>
                </a:solidFill>
                <a:latin typeface="Arial"/>
                <a:cs typeface="Arial"/>
                <a:sym typeface="Arial"/>
              </a:rPr>
              <a:pPr defTabSz="914400">
                <a:buClr>
                  <a:srgbClr val="000000"/>
                </a:buClr>
                <a:buFont typeface="Arial"/>
                <a:buNone/>
              </a:pPr>
              <a:t>‹#›</a:t>
            </a:fld>
            <a:endParaRPr sz="1400" kern="0">
              <a:solidFill>
                <a:srgbClr val="595959"/>
              </a:solidFill>
              <a:latin typeface="Arial"/>
              <a:cs typeface="Arial"/>
              <a:sym typeface="Aria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1"/>
            <a:ext cx="1454997" cy="671475"/>
          </a:xfrm>
          <a:prstGeom prst="rect">
            <a:avLst/>
          </a:prstGeom>
        </p:spPr>
      </p:pic>
    </p:spTree>
    <p:extLst>
      <p:ext uri="{BB962C8B-B14F-4D97-AF65-F5344CB8AC3E}">
        <p14:creationId xmlns:p14="http://schemas.microsoft.com/office/powerpoint/2010/main" val="31965042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a:xfrm>
            <a:off x="8472458" y="4663217"/>
            <a:ext cx="548700" cy="393600"/>
          </a:xfrm>
          <a:prstGeom prst="rect">
            <a:avLst/>
          </a:prstGeom>
        </p:spPr>
        <p:txBody>
          <a:bodyPr/>
          <a:lstStyle/>
          <a:p>
            <a:pPr defTabSz="914400">
              <a:buClr>
                <a:srgbClr val="000000"/>
              </a:buClr>
              <a:buFont typeface="Arial"/>
              <a:buNone/>
            </a:pPr>
            <a:fld id="{00000000-1234-1234-1234-123412341234}" type="slidenum">
              <a:rPr lang="en-GB" sz="1400" kern="0" smtClean="0">
                <a:solidFill>
                  <a:srgbClr val="595959"/>
                </a:solidFill>
                <a:latin typeface="Arial"/>
                <a:cs typeface="Arial"/>
                <a:sym typeface="Arial"/>
              </a:rPr>
              <a:pPr defTabSz="914400">
                <a:buClr>
                  <a:srgbClr val="000000"/>
                </a:buClr>
                <a:buFont typeface="Arial"/>
                <a:buNone/>
              </a:pPr>
              <a:t>‹#›</a:t>
            </a:fld>
            <a:endParaRPr lang="en-GB" sz="1400" kern="0" dirty="0">
              <a:solidFill>
                <a:srgbClr val="595959"/>
              </a:solidFill>
              <a:latin typeface="Arial"/>
              <a:cs typeface="Arial"/>
              <a:sym typeface="Arial"/>
            </a:endParaRPr>
          </a:p>
        </p:txBody>
      </p:sp>
      <p:sp>
        <p:nvSpPr>
          <p:cNvPr id="5" name="Picture Placeholder 4"/>
          <p:cNvSpPr>
            <a:spLocks noGrp="1"/>
          </p:cNvSpPr>
          <p:nvPr>
            <p:ph type="pic" sz="quarter" idx="11"/>
          </p:nvPr>
        </p:nvSpPr>
        <p:spPr>
          <a:xfrm>
            <a:off x="1438275" y="0"/>
            <a:ext cx="3100108" cy="1983442"/>
          </a:xfrm>
        </p:spPr>
        <p:txBody>
          <a:bodyPr/>
          <a:lstStyle/>
          <a:p>
            <a:endParaRPr lang="en-IN"/>
          </a:p>
        </p:txBody>
      </p:sp>
      <p:sp>
        <p:nvSpPr>
          <p:cNvPr id="7" name="Picture Placeholder 4"/>
          <p:cNvSpPr>
            <a:spLocks noGrp="1"/>
          </p:cNvSpPr>
          <p:nvPr>
            <p:ph type="pic" sz="quarter" idx="12"/>
          </p:nvPr>
        </p:nvSpPr>
        <p:spPr>
          <a:xfrm>
            <a:off x="1438275" y="3160059"/>
            <a:ext cx="3100108" cy="1983442"/>
          </a:xfrm>
        </p:spPr>
        <p:txBody>
          <a:bodyPr/>
          <a:lstStyle/>
          <a:p>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1"/>
            <a:ext cx="1454997" cy="671475"/>
          </a:xfrm>
          <a:prstGeom prst="rect">
            <a:avLst/>
          </a:prstGeom>
        </p:spPr>
      </p:pic>
    </p:spTree>
    <p:extLst>
      <p:ext uri="{BB962C8B-B14F-4D97-AF65-F5344CB8AC3E}">
        <p14:creationId xmlns:p14="http://schemas.microsoft.com/office/powerpoint/2010/main" val="3911145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ntr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3C3F9-544B-44E2-9C1E-7AC4C82BD5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 y="0"/>
            <a:ext cx="9143999" cy="5143500"/>
          </a:xfrm>
          <a:prstGeom prst="rect">
            <a:avLst/>
          </a:prstGeom>
        </p:spPr>
      </p:pic>
      <p:sp>
        <p:nvSpPr>
          <p:cNvPr id="2" name="Rectangle 1">
            <a:extLst>
              <a:ext uri="{FF2B5EF4-FFF2-40B4-BE49-F238E27FC236}">
                <a16:creationId xmlns:a16="http://schemas.microsoft.com/office/drawing/2014/main" id="{D6E07F82-5F6F-4C94-A860-037E924022E9}"/>
              </a:ext>
            </a:extLst>
          </p:cNvPr>
          <p:cNvSpPr/>
          <p:nvPr userDrawn="1"/>
        </p:nvSpPr>
        <p:spPr>
          <a:xfrm>
            <a:off x="2" y="0"/>
            <a:ext cx="9143999"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85800"/>
            <a:endParaRPr lang="en-US" sz="900">
              <a:solidFill>
                <a:srgbClr val="FFFFFF"/>
              </a:solidFill>
              <a:latin typeface="Calibri" panose="020F0502020204030204" pitchFamily="34" charset="0"/>
              <a:cs typeface="Calibri" panose="020F0502020204030204" pitchFamily="34" charset="0"/>
            </a:endParaRPr>
          </a:p>
        </p:txBody>
      </p:sp>
      <p:sp>
        <p:nvSpPr>
          <p:cNvPr id="16" name="Freeform 56">
            <a:extLst>
              <a:ext uri="{FF2B5EF4-FFF2-40B4-BE49-F238E27FC236}">
                <a16:creationId xmlns:a16="http://schemas.microsoft.com/office/drawing/2014/main" id="{13A7AC18-CF42-4EC5-8D40-441EAE30A06C}"/>
              </a:ext>
            </a:extLst>
          </p:cNvPr>
          <p:cNvSpPr/>
          <p:nvPr userDrawn="1"/>
        </p:nvSpPr>
        <p:spPr>
          <a:xfrm>
            <a:off x="373393" y="3070861"/>
            <a:ext cx="3368028" cy="1829591"/>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49">
              <a:solidFill>
                <a:srgbClr val="000000"/>
              </a:solidFill>
              <a:latin typeface="Calibri" panose="020F0502020204030204" pitchFamily="34" charset="0"/>
              <a:cs typeface="Calibri" panose="020F0502020204030204" pitchFamily="34" charset="0"/>
            </a:endParaRPr>
          </a:p>
        </p:txBody>
      </p:sp>
      <p:grpSp>
        <p:nvGrpSpPr>
          <p:cNvPr id="13" name="Group 4">
            <a:extLst>
              <a:ext uri="{FF2B5EF4-FFF2-40B4-BE49-F238E27FC236}">
                <a16:creationId xmlns:a16="http://schemas.microsoft.com/office/drawing/2014/main" id="{6A392D22-0553-448E-8511-A161686FD35F}"/>
              </a:ext>
            </a:extLst>
          </p:cNvPr>
          <p:cNvGrpSpPr>
            <a:grpSpLocks noChangeAspect="1"/>
          </p:cNvGrpSpPr>
          <p:nvPr userDrawn="1"/>
        </p:nvGrpSpPr>
        <p:grpSpPr bwMode="auto">
          <a:xfrm>
            <a:off x="7929564" y="314564"/>
            <a:ext cx="918684" cy="1076325"/>
            <a:chOff x="6529" y="3125"/>
            <a:chExt cx="772" cy="904"/>
          </a:xfrm>
        </p:grpSpPr>
        <p:sp>
          <p:nvSpPr>
            <p:cNvPr id="18" name="Freeform 5">
              <a:extLst>
                <a:ext uri="{FF2B5EF4-FFF2-40B4-BE49-F238E27FC236}">
                  <a16:creationId xmlns:a16="http://schemas.microsoft.com/office/drawing/2014/main" id="{352AD653-B456-40A2-B208-0D174C67ABBE}"/>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685800"/>
              <a:endParaRPr lang="en-IN" sz="1349">
                <a:solidFill>
                  <a:srgbClr val="FFFFFF"/>
                </a:solidFill>
                <a:latin typeface="Calibri" panose="020F0502020204030204" pitchFamily="34" charset="0"/>
                <a:cs typeface="Calibri" panose="020F0502020204030204" pitchFamily="34" charset="0"/>
              </a:endParaRPr>
            </a:p>
          </p:txBody>
        </p:sp>
        <p:sp>
          <p:nvSpPr>
            <p:cNvPr id="19" name="Freeform 6">
              <a:extLst>
                <a:ext uri="{FF2B5EF4-FFF2-40B4-BE49-F238E27FC236}">
                  <a16:creationId xmlns:a16="http://schemas.microsoft.com/office/drawing/2014/main" id="{87EB1B8F-E830-4ACC-AB70-40ABFEFDDF2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685800"/>
              <a:endParaRPr lang="en-IN" sz="1349">
                <a:solidFill>
                  <a:srgbClr val="FFFFFF"/>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287236349"/>
      </p:ext>
    </p:extLst>
  </p:cSld>
  <p:clrMapOvr>
    <a:masterClrMapping/>
  </p:clrMapOvr>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90877D-79E5-43A7-A4EE-072C7307E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4572000" cy="5143500"/>
          </a:xfrm>
          <a:prstGeom prst="rect">
            <a:avLst/>
          </a:prstGeom>
        </p:spPr>
      </p:pic>
      <p:sp>
        <p:nvSpPr>
          <p:cNvPr id="3" name="Rectangle 2">
            <a:extLst>
              <a:ext uri="{FF2B5EF4-FFF2-40B4-BE49-F238E27FC236}">
                <a16:creationId xmlns:a16="http://schemas.microsoft.com/office/drawing/2014/main" id="{1C2F2582-084E-40E5-ABBC-8737D1A83C38}"/>
              </a:ext>
            </a:extLst>
          </p:cNvPr>
          <p:cNvSpPr/>
          <p:nvPr userDrawn="1"/>
        </p:nvSpPr>
        <p:spPr>
          <a:xfrm>
            <a:off x="4409982" y="0"/>
            <a:ext cx="162018" cy="5143500"/>
          </a:xfrm>
          <a:prstGeom prst="rect">
            <a:avLst/>
          </a:prstGeom>
          <a:solidFill>
            <a:srgbClr val="80808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85800">
              <a:defRPr/>
            </a:pPr>
            <a:endParaRPr lang="en-IN" sz="900">
              <a:solidFill>
                <a:srgbClr val="000000"/>
              </a:solidFill>
              <a:latin typeface="Calibri" panose="020F0502020204030204" pitchFamily="34" charset="0"/>
            </a:endParaRPr>
          </a:p>
        </p:txBody>
      </p:sp>
      <p:grpSp>
        <p:nvGrpSpPr>
          <p:cNvPr id="4" name="Group 3">
            <a:extLst>
              <a:ext uri="{FF2B5EF4-FFF2-40B4-BE49-F238E27FC236}">
                <a16:creationId xmlns:a16="http://schemas.microsoft.com/office/drawing/2014/main" id="{832D35DE-C828-4052-9245-6F56D89F78ED}"/>
              </a:ext>
            </a:extLst>
          </p:cNvPr>
          <p:cNvGrpSpPr/>
          <p:nvPr userDrawn="1"/>
        </p:nvGrpSpPr>
        <p:grpSpPr>
          <a:xfrm rot="10800000" flipH="1">
            <a:off x="91441" y="678177"/>
            <a:ext cx="9052561" cy="3962402"/>
            <a:chOff x="5337996" y="2614370"/>
            <a:chExt cx="14766280" cy="7835900"/>
          </a:xfrm>
        </p:grpSpPr>
        <p:sp>
          <p:nvSpPr>
            <p:cNvPr id="5" name="object 2">
              <a:extLst>
                <a:ext uri="{FF2B5EF4-FFF2-40B4-BE49-F238E27FC236}">
                  <a16:creationId xmlns:a16="http://schemas.microsoft.com/office/drawing/2014/main" id="{6D638D58-07B8-4437-B9CC-3A402A77691F}"/>
                </a:ext>
              </a:extLst>
            </p:cNvPr>
            <p:cNvSpPr/>
            <p:nvPr/>
          </p:nvSpPr>
          <p:spPr>
            <a:xfrm flipV="1">
              <a:off x="5337996" y="10378050"/>
              <a:ext cx="14766280" cy="71895"/>
            </a:xfrm>
            <a:custGeom>
              <a:avLst/>
              <a:gdLst/>
              <a:ahLst/>
              <a:cxnLst/>
              <a:rect l="l" t="t" r="r" b="b"/>
              <a:pathLst>
                <a:path w="14730094">
                  <a:moveTo>
                    <a:pt x="0" y="0"/>
                  </a:moveTo>
                  <a:lnTo>
                    <a:pt x="14729917" y="0"/>
                  </a:lnTo>
                </a:path>
              </a:pathLst>
            </a:custGeom>
            <a:ln w="41883">
              <a:solidFill>
                <a:srgbClr val="F5F5F5"/>
              </a:solidFill>
            </a:ln>
          </p:spPr>
          <p:txBody>
            <a:bodyPr wrap="square" lIns="0" tIns="0" rIns="0" bIns="0" rtlCol="0"/>
            <a:lstStyle/>
            <a:p>
              <a:pPr defTabSz="685800">
                <a:defRPr/>
              </a:pPr>
              <a:endParaRPr sz="1350">
                <a:solidFill>
                  <a:prstClr val="black"/>
                </a:solidFill>
                <a:latin typeface="Segoe UI" panose="020B0502040204020203" pitchFamily="34" charset="0"/>
                <a:cs typeface="Segoe UI" panose="020B0502040204020203" pitchFamily="34" charset="0"/>
              </a:endParaRPr>
            </a:p>
          </p:txBody>
        </p:sp>
        <p:sp>
          <p:nvSpPr>
            <p:cNvPr id="6" name="object 3">
              <a:extLst>
                <a:ext uri="{FF2B5EF4-FFF2-40B4-BE49-F238E27FC236}">
                  <a16:creationId xmlns:a16="http://schemas.microsoft.com/office/drawing/2014/main" id="{4D90BCF7-CCB5-4A61-8683-5C68F03D7C0F}"/>
                </a:ext>
              </a:extLst>
            </p:cNvPr>
            <p:cNvSpPr/>
            <p:nvPr/>
          </p:nvSpPr>
          <p:spPr>
            <a:xfrm>
              <a:off x="5374182" y="2614370"/>
              <a:ext cx="14730094" cy="7835900"/>
            </a:xfrm>
            <a:custGeom>
              <a:avLst/>
              <a:gdLst/>
              <a:ahLst/>
              <a:cxnLst/>
              <a:rect l="l" t="t" r="r" b="b"/>
              <a:pathLst>
                <a:path w="14730094" h="7835900">
                  <a:moveTo>
                    <a:pt x="14729917" y="0"/>
                  </a:moveTo>
                  <a:lnTo>
                    <a:pt x="0" y="0"/>
                  </a:lnTo>
                  <a:lnTo>
                    <a:pt x="0" y="7835572"/>
                  </a:lnTo>
                </a:path>
              </a:pathLst>
            </a:custGeom>
            <a:ln w="41883">
              <a:solidFill>
                <a:srgbClr val="F5F5F5"/>
              </a:solidFill>
            </a:ln>
          </p:spPr>
          <p:txBody>
            <a:bodyPr wrap="square" lIns="0" tIns="0" rIns="0" bIns="0" rtlCol="0"/>
            <a:lstStyle/>
            <a:p>
              <a:pPr defTabSz="685800">
                <a:defRPr/>
              </a:pPr>
              <a:endParaRPr sz="1350">
                <a:solidFill>
                  <a:prstClr val="black"/>
                </a:solidFill>
                <a:latin typeface="Segoe UI" panose="020B0502040204020203" pitchFamily="34" charset="0"/>
                <a:cs typeface="Segoe UI" panose="020B0502040204020203" pitchFamily="34" charset="0"/>
              </a:endParaRPr>
            </a:p>
          </p:txBody>
        </p:sp>
      </p:grpSp>
      <p:sp>
        <p:nvSpPr>
          <p:cNvPr id="7" name="Rectangle 6">
            <a:extLst>
              <a:ext uri="{FF2B5EF4-FFF2-40B4-BE49-F238E27FC236}">
                <a16:creationId xmlns:a16="http://schemas.microsoft.com/office/drawing/2014/main" id="{4C937024-71B5-4C89-81A4-494079F5BCD6}"/>
              </a:ext>
            </a:extLst>
          </p:cNvPr>
          <p:cNvSpPr/>
          <p:nvPr userDrawn="1"/>
        </p:nvSpPr>
        <p:spPr>
          <a:xfrm>
            <a:off x="2" y="0"/>
            <a:ext cx="4409981" cy="5143500"/>
          </a:xfrm>
          <a:prstGeom prst="rect">
            <a:avLst/>
          </a:prstGeom>
          <a:solidFill>
            <a:schemeClr val="bg2">
              <a:alpha val="2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85800"/>
            <a:endParaRPr lang="en-US" sz="900">
              <a:solidFill>
                <a:srgbClr val="FFFFFF"/>
              </a:solidFill>
              <a:latin typeface="Calibri" panose="020F0502020204030204" pitchFamily="34" charset="0"/>
            </a:endParaRPr>
          </a:p>
        </p:txBody>
      </p:sp>
    </p:spTree>
    <p:extLst>
      <p:ext uri="{BB962C8B-B14F-4D97-AF65-F5344CB8AC3E}">
        <p14:creationId xmlns:p14="http://schemas.microsoft.com/office/powerpoint/2010/main" val="3430539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91110"/>
            <a:ext cx="8229600" cy="442800"/>
          </a:xfrm>
        </p:spPr>
        <p:txBody>
          <a:bodyPr anchor="ctr"/>
          <a:lstStyle>
            <a:lvl1pPr>
              <a:defRPr sz="1649">
                <a:solidFill>
                  <a:schemeClr val="bg1"/>
                </a:solidFill>
                <a:latin typeface="Calibri" panose="020F0502020204030204" pitchFamily="34" charset="0"/>
                <a:cs typeface="Calibri" panose="020F0502020204030204" pitchFamily="34" charset="0"/>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457201" y="551273"/>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a:solidFill>
                <a:srgbClr val="2E2E38"/>
              </a:solidFill>
              <a:latin typeface="Calibri" panose="020F0502020204030204" pitchFamily="34" charset="0"/>
              <a:cs typeface="Calibri" panose="020F0502020204030204" pitchFamily="34" charset="0"/>
            </a:endParaRPr>
          </a:p>
        </p:txBody>
      </p:sp>
      <p:sp>
        <p:nvSpPr>
          <p:cNvPr id="4" name="Line 10">
            <a:extLst>
              <a:ext uri="{FF2B5EF4-FFF2-40B4-BE49-F238E27FC236}">
                <a16:creationId xmlns:a16="http://schemas.microsoft.com/office/drawing/2014/main" id="{4BCB20C6-AC87-4E0B-99F3-BF485C6242E2}"/>
              </a:ext>
            </a:extLst>
          </p:cNvPr>
          <p:cNvSpPr>
            <a:spLocks noChangeShapeType="1"/>
          </p:cNvSpPr>
          <p:nvPr userDrawn="1"/>
        </p:nvSpPr>
        <p:spPr bwMode="auto">
          <a:xfrm>
            <a:off x="457439" y="552925"/>
            <a:ext cx="810000" cy="0"/>
          </a:xfrm>
          <a:prstGeom prst="line">
            <a:avLst/>
          </a:prstGeom>
          <a:noFill/>
          <a:ln w="6350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solidFill>
                <a:srgbClr val="2E2E38"/>
              </a:solidFill>
              <a:latin typeface="Calibri" panose="020F0502020204030204" pitchFamily="34" charset="0"/>
            </a:endParaRPr>
          </a:p>
        </p:txBody>
      </p:sp>
    </p:spTree>
    <p:extLst>
      <p:ext uri="{BB962C8B-B14F-4D97-AF65-F5344CB8AC3E}">
        <p14:creationId xmlns:p14="http://schemas.microsoft.com/office/powerpoint/2010/main" val="19064504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9479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25285CA-2396-4782-9F7B-D4758CEA9F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 y="0"/>
            <a:ext cx="9151169" cy="5143500"/>
          </a:xfrm>
          <a:prstGeom prst="rect">
            <a:avLst/>
          </a:prstGeom>
        </p:spPr>
      </p:pic>
    </p:spTree>
    <p:extLst>
      <p:ext uri="{BB962C8B-B14F-4D97-AF65-F5344CB8AC3E}">
        <p14:creationId xmlns:p14="http://schemas.microsoft.com/office/powerpoint/2010/main" val="1951131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1" userDrawn="1">
  <p:cSld name="Title slide 1">
    <p:spTree>
      <p:nvGrpSpPr>
        <p:cNvPr id="1" name="Shape 13"/>
        <p:cNvGrpSpPr/>
        <p:nvPr/>
      </p:nvGrpSpPr>
      <p:grpSpPr>
        <a:xfrm>
          <a:off x="0" y="0"/>
          <a:ext cx="0" cy="0"/>
          <a:chOff x="0" y="0"/>
          <a:chExt cx="0" cy="0"/>
        </a:xfrm>
      </p:grpSpPr>
      <p:sp>
        <p:nvSpPr>
          <p:cNvPr id="3" name="Picture Placeholder 2"/>
          <p:cNvSpPr>
            <a:spLocks noGrp="1"/>
          </p:cNvSpPr>
          <p:nvPr>
            <p:ph type="pic" sz="quarter" idx="13" hasCustomPrompt="1"/>
          </p:nvPr>
        </p:nvSpPr>
        <p:spPr>
          <a:xfrm>
            <a:off x="0" y="0"/>
            <a:ext cx="9144000" cy="5143500"/>
          </a:xfrm>
          <a:prstGeom prst="rect">
            <a:avLst/>
          </a:prstGeom>
        </p:spPr>
        <p:txBody>
          <a:bodyPr/>
          <a:lstStyle>
            <a:lvl1pPr marL="114291" indent="0">
              <a:buNone/>
              <a:defRPr/>
            </a:lvl1pPr>
          </a:lstStyle>
          <a:p>
            <a:br>
              <a:rPr lang="en-US" dirty="0"/>
            </a:br>
            <a:br>
              <a:rPr lang="en-US" dirty="0"/>
            </a:br>
            <a:br>
              <a:rPr lang="en-US" dirty="0"/>
            </a:br>
            <a:br>
              <a:rPr lang="en-US" dirty="0"/>
            </a:br>
            <a:br>
              <a:rPr lang="en-US" dirty="0"/>
            </a:br>
            <a:br>
              <a:rPr lang="en-US" dirty="0"/>
            </a:br>
            <a:br>
              <a:rPr lang="en-US" dirty="0"/>
            </a:br>
            <a:r>
              <a:rPr lang="en-US" dirty="0"/>
              <a:t>                                                  Insert your picture here </a:t>
            </a:r>
            <a:endParaRPr lang="en-IN" dirty="0"/>
          </a:p>
        </p:txBody>
      </p:sp>
      <p:sp>
        <p:nvSpPr>
          <p:cNvPr id="14" name="Shape 14"/>
          <p:cNvSpPr txBox="1">
            <a:spLocks noGrp="1"/>
          </p:cNvSpPr>
          <p:nvPr>
            <p:ph type="ctrTitle"/>
          </p:nvPr>
        </p:nvSpPr>
        <p:spPr>
          <a:xfrm>
            <a:off x="6018758" y="1563640"/>
            <a:ext cx="2453700" cy="2016224"/>
          </a:xfrm>
          <a:prstGeom prst="rect">
            <a:avLst/>
          </a:prstGeom>
        </p:spPr>
        <p:txBody>
          <a:bodyPr spcFirstLastPara="1" wrap="square" lIns="91425" tIns="91425" rIns="91425" bIns="91425" anchor="b" anchorCtr="0"/>
          <a:lstStyle>
            <a:lvl1pPr lvl="0" algn="l" rtl="0">
              <a:spcBef>
                <a:spcPts val="0"/>
              </a:spcBef>
              <a:spcAft>
                <a:spcPts val="0"/>
              </a:spcAft>
              <a:buSzPts val="3300"/>
              <a:buNone/>
              <a:defRPr sz="3600" b="1">
                <a:solidFill>
                  <a:srgbClr val="CC4125"/>
                </a:solidFill>
                <a:latin typeface="+mj-lt"/>
              </a:defRPr>
            </a:lvl1pPr>
            <a:lvl2pPr lvl="1" rtl="0">
              <a:spcBef>
                <a:spcPts val="0"/>
              </a:spcBef>
              <a:spcAft>
                <a:spcPts val="0"/>
              </a:spcAft>
              <a:buSzPts val="5200"/>
              <a:buFont typeface="Calibri"/>
              <a:buNone/>
              <a:defRPr sz="5200">
                <a:latin typeface="Calibri"/>
                <a:ea typeface="Calibri"/>
                <a:cs typeface="Calibri"/>
                <a:sym typeface="Calibri"/>
              </a:defRPr>
            </a:lvl2pPr>
            <a:lvl3pPr lvl="2" rtl="0">
              <a:spcBef>
                <a:spcPts val="0"/>
              </a:spcBef>
              <a:spcAft>
                <a:spcPts val="0"/>
              </a:spcAft>
              <a:buSzPts val="5200"/>
              <a:buFont typeface="Calibri"/>
              <a:buNone/>
              <a:defRPr sz="5200">
                <a:latin typeface="Calibri"/>
                <a:ea typeface="Calibri"/>
                <a:cs typeface="Calibri"/>
                <a:sym typeface="Calibri"/>
              </a:defRPr>
            </a:lvl3pPr>
            <a:lvl4pPr lvl="3" rtl="0">
              <a:spcBef>
                <a:spcPts val="0"/>
              </a:spcBef>
              <a:spcAft>
                <a:spcPts val="0"/>
              </a:spcAft>
              <a:buSzPts val="5200"/>
              <a:buFont typeface="Calibri"/>
              <a:buNone/>
              <a:defRPr sz="5200">
                <a:latin typeface="Calibri"/>
                <a:ea typeface="Calibri"/>
                <a:cs typeface="Calibri"/>
                <a:sym typeface="Calibri"/>
              </a:defRPr>
            </a:lvl4pPr>
            <a:lvl5pPr lvl="4" rtl="0">
              <a:spcBef>
                <a:spcPts val="0"/>
              </a:spcBef>
              <a:spcAft>
                <a:spcPts val="0"/>
              </a:spcAft>
              <a:buSzPts val="5200"/>
              <a:buFont typeface="Calibri"/>
              <a:buNone/>
              <a:defRPr sz="5200">
                <a:latin typeface="Calibri"/>
                <a:ea typeface="Calibri"/>
                <a:cs typeface="Calibri"/>
                <a:sym typeface="Calibri"/>
              </a:defRPr>
            </a:lvl5pPr>
            <a:lvl6pPr lvl="5" rtl="0">
              <a:spcBef>
                <a:spcPts val="0"/>
              </a:spcBef>
              <a:spcAft>
                <a:spcPts val="0"/>
              </a:spcAft>
              <a:buSzPts val="5200"/>
              <a:buFont typeface="Calibri"/>
              <a:buNone/>
              <a:defRPr sz="5200">
                <a:latin typeface="Calibri"/>
                <a:ea typeface="Calibri"/>
                <a:cs typeface="Calibri"/>
                <a:sym typeface="Calibri"/>
              </a:defRPr>
            </a:lvl6pPr>
            <a:lvl7pPr lvl="6" rtl="0">
              <a:spcBef>
                <a:spcPts val="0"/>
              </a:spcBef>
              <a:spcAft>
                <a:spcPts val="0"/>
              </a:spcAft>
              <a:buSzPts val="5200"/>
              <a:buFont typeface="Calibri"/>
              <a:buNone/>
              <a:defRPr sz="5200">
                <a:latin typeface="Calibri"/>
                <a:ea typeface="Calibri"/>
                <a:cs typeface="Calibri"/>
                <a:sym typeface="Calibri"/>
              </a:defRPr>
            </a:lvl7pPr>
            <a:lvl8pPr lvl="7" rtl="0">
              <a:spcBef>
                <a:spcPts val="0"/>
              </a:spcBef>
              <a:spcAft>
                <a:spcPts val="0"/>
              </a:spcAft>
              <a:buSzPts val="5200"/>
              <a:buFont typeface="Calibri"/>
              <a:buNone/>
              <a:defRPr sz="5200">
                <a:latin typeface="Calibri"/>
                <a:ea typeface="Calibri"/>
                <a:cs typeface="Calibri"/>
                <a:sym typeface="Calibri"/>
              </a:defRPr>
            </a:lvl8pPr>
            <a:lvl9pPr lvl="8" rtl="0">
              <a:spcBef>
                <a:spcPts val="0"/>
              </a:spcBef>
              <a:spcAft>
                <a:spcPts val="0"/>
              </a:spcAft>
              <a:buSzPts val="5200"/>
              <a:buFont typeface="Calibri"/>
              <a:buNone/>
              <a:defRPr sz="5200">
                <a:latin typeface="Calibri"/>
                <a:ea typeface="Calibri"/>
                <a:cs typeface="Calibri"/>
                <a:sym typeface="Calibri"/>
              </a:defRPr>
            </a:lvl9pPr>
          </a:lstStyle>
          <a:p>
            <a:r>
              <a:rPr lang="en-US" dirty="0"/>
              <a:t>Click to edit Master title style</a:t>
            </a:r>
            <a:endParaRPr dirty="0"/>
          </a:p>
        </p:txBody>
      </p:sp>
      <p:sp>
        <p:nvSpPr>
          <p:cNvPr id="16" name="Shape 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solidFill>
                  <a:srgbClr val="595959"/>
                </a:solidFill>
              </a:rPr>
              <a:pPr/>
              <a:t>‹#›</a:t>
            </a:fld>
            <a:endParaRPr lang="en-GB">
              <a:solidFill>
                <a:srgbClr val="595959"/>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2"/>
            <a:ext cx="1454997" cy="671475"/>
          </a:xfrm>
          <a:prstGeom prst="rect">
            <a:avLst/>
          </a:prstGeom>
        </p:spPr>
      </p:pic>
    </p:spTree>
    <p:extLst>
      <p:ext uri="{BB962C8B-B14F-4D97-AF65-F5344CB8AC3E}">
        <p14:creationId xmlns:p14="http://schemas.microsoft.com/office/powerpoint/2010/main" val="38618294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a:xfrm>
            <a:off x="8472458" y="4663217"/>
            <a:ext cx="548700" cy="393600"/>
          </a:xfrm>
          <a:prstGeom prst="rect">
            <a:avLst/>
          </a:prstGeom>
        </p:spPr>
        <p:txBody>
          <a:bodyPr/>
          <a:lstStyle/>
          <a:p>
            <a:pPr>
              <a:buClr>
                <a:srgbClr val="000000"/>
              </a:buClr>
            </a:pPr>
            <a:fld id="{00000000-1234-1234-1234-123412341234}" type="slidenum">
              <a:rPr lang="en-GB" kern="0" smtClean="0">
                <a:solidFill>
                  <a:srgbClr val="595959"/>
                </a:solidFill>
                <a:sym typeface="Arial"/>
              </a:rPr>
              <a:pPr>
                <a:buClr>
                  <a:srgbClr val="000000"/>
                </a:buClr>
              </a:pPr>
              <a:t>‹#›</a:t>
            </a:fld>
            <a:endParaRPr lang="en-GB" kern="0" dirty="0">
              <a:solidFill>
                <a:srgbClr val="595959"/>
              </a:solidFill>
              <a:sym typeface="Arial"/>
            </a:endParaRPr>
          </a:p>
        </p:txBody>
      </p:sp>
      <p:sp>
        <p:nvSpPr>
          <p:cNvPr id="5" name="Picture Placeholder 4"/>
          <p:cNvSpPr>
            <a:spLocks noGrp="1"/>
          </p:cNvSpPr>
          <p:nvPr>
            <p:ph type="pic" sz="quarter" idx="11"/>
          </p:nvPr>
        </p:nvSpPr>
        <p:spPr>
          <a:xfrm>
            <a:off x="1438275" y="0"/>
            <a:ext cx="3100108" cy="1983442"/>
          </a:xfrm>
        </p:spPr>
        <p:txBody>
          <a:bodyPr/>
          <a:lstStyle/>
          <a:p>
            <a:endParaRPr lang="en-IN"/>
          </a:p>
        </p:txBody>
      </p:sp>
      <p:sp>
        <p:nvSpPr>
          <p:cNvPr id="7" name="Picture Placeholder 4"/>
          <p:cNvSpPr>
            <a:spLocks noGrp="1"/>
          </p:cNvSpPr>
          <p:nvPr>
            <p:ph type="pic" sz="quarter" idx="12"/>
          </p:nvPr>
        </p:nvSpPr>
        <p:spPr>
          <a:xfrm>
            <a:off x="1438275" y="3160059"/>
            <a:ext cx="3100108" cy="1983442"/>
          </a:xfrm>
        </p:spPr>
        <p:txBody>
          <a:bodyPr/>
          <a:lstStyle/>
          <a:p>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7852" y="2"/>
            <a:ext cx="1454997" cy="671475"/>
          </a:xfrm>
          <a:prstGeom prst="rect">
            <a:avLst/>
          </a:prstGeom>
        </p:spPr>
      </p:pic>
    </p:spTree>
    <p:extLst>
      <p:ext uri="{BB962C8B-B14F-4D97-AF65-F5344CB8AC3E}">
        <p14:creationId xmlns:p14="http://schemas.microsoft.com/office/powerpoint/2010/main" val="17938821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03609" y="1424353"/>
            <a:ext cx="8534401" cy="34280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303610" y="995363"/>
            <a:ext cx="8534400" cy="343266"/>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766638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191" y="1192"/>
          <a:ext cx="1190" cy="1190"/>
        </p:xfrm>
        <a:graphic>
          <a:graphicData uri="http://schemas.openxmlformats.org/presentationml/2006/ole">
            <mc:AlternateContent xmlns:mc="http://schemas.openxmlformats.org/markup-compatibility/2006">
              <mc:Choice xmlns:v="urn:schemas-microsoft-com:vml" Requires="v">
                <p:oleObj spid="_x0000_s2052"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1" y="1192"/>
                        <a:ext cx="1190"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2473563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573" y="3726010"/>
            <a:ext cx="249896" cy="249896"/>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5106" y="3726010"/>
            <a:ext cx="249896" cy="249896"/>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82639" y="3726010"/>
            <a:ext cx="249896" cy="249896"/>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70171" y="3726010"/>
            <a:ext cx="249896" cy="249896"/>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0041" y="3726010"/>
            <a:ext cx="249896" cy="249896"/>
          </a:xfrm>
          <a:prstGeom prst="rect">
            <a:avLst/>
          </a:prstGeom>
          <a:noFill/>
        </p:spPr>
      </p:pic>
      <p:sp>
        <p:nvSpPr>
          <p:cNvPr id="23" name="Rectangle 22"/>
          <p:cNvSpPr/>
          <p:nvPr/>
        </p:nvSpPr>
        <p:spPr>
          <a:xfrm>
            <a:off x="320040" y="4351231"/>
            <a:ext cx="2469762" cy="306494"/>
          </a:xfrm>
          <a:prstGeom prst="rect">
            <a:avLst/>
          </a:prstGeom>
        </p:spPr>
        <p:txBody>
          <a:bodyPr wrap="square" lIns="0" tIns="0" rIns="0" bIns="0" anchor="b" anchorCtr="0">
            <a:spAutoFit/>
          </a:bodyPr>
          <a:lstStyle/>
          <a:p>
            <a:pPr defTabSz="685800">
              <a:spcAft>
                <a:spcPts val="450"/>
              </a:spcAft>
            </a:pPr>
            <a:r>
              <a:rPr lang="en-US" sz="525">
                <a:solidFill>
                  <a:srgbClr val="FFFFFF"/>
                </a:solidFill>
                <a:cs typeface="Arial"/>
              </a:rPr>
              <a:t>This presentation contains information that may be privileged or confidential and is the property of the Capgemini Group.</a:t>
            </a:r>
          </a:p>
          <a:p>
            <a:pPr defTabSz="685800">
              <a:spcAft>
                <a:spcPts val="450"/>
              </a:spcAft>
            </a:pPr>
            <a:r>
              <a:rPr lang="en-US" sz="525">
                <a:solidFill>
                  <a:srgbClr val="FFFFFF"/>
                </a:solidFill>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2745819" y="-888246"/>
            <a:ext cx="7953224" cy="5623242"/>
          </a:xfrm>
          <a:prstGeom prst="rect">
            <a:avLst/>
          </a:prstGeom>
        </p:spPr>
      </p:pic>
      <p:sp>
        <p:nvSpPr>
          <p:cNvPr id="14" name="Rectangle 13"/>
          <p:cNvSpPr/>
          <p:nvPr/>
        </p:nvSpPr>
        <p:spPr>
          <a:xfrm>
            <a:off x="4642248" y="2205525"/>
            <a:ext cx="3764179" cy="17159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defTabSz="685800"/>
            <a:r>
              <a:rPr lang="en-GB" sz="675">
                <a:solidFill>
                  <a:srgbClr val="FFFFFF"/>
                </a:solidFill>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675">
              <a:solidFill>
                <a:srgbClr val="FFFFFF"/>
              </a:solidFill>
            </a:endParaRPr>
          </a:p>
          <a:p>
            <a:pPr algn="just" defTabSz="685800"/>
            <a:r>
              <a:rPr lang="en-GB" sz="675" i="1">
                <a:solidFill>
                  <a:srgbClr val="FFFFFF"/>
                </a:solidFill>
              </a:rPr>
              <a:t> </a:t>
            </a:r>
            <a:endParaRPr lang="en-US" sz="675">
              <a:solidFill>
                <a:srgbClr val="FFFFFF"/>
              </a:solidFill>
            </a:endParaRPr>
          </a:p>
          <a:p>
            <a:pPr algn="just" defTabSz="685800"/>
            <a:r>
              <a:rPr lang="en-GB" sz="675">
                <a:solidFill>
                  <a:srgbClr val="FFFFFF"/>
                </a:solidFill>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675" err="1">
                <a:solidFill>
                  <a:srgbClr val="FFFFFF"/>
                </a:solidFill>
              </a:rPr>
              <a:t>fueled</a:t>
            </a:r>
            <a:r>
              <a:rPr lang="en-GB" sz="675">
                <a:solidFill>
                  <a:srgbClr val="FFFFFF"/>
                </a:solidFill>
              </a:rPr>
              <a:t> by the fast evolving and innovative world of cloud, data, AI, connectivity, software, digital engineering and platforms. The Group reported in 2020 global revenues of €16 billion.</a:t>
            </a:r>
            <a:endParaRPr lang="en-US" sz="675">
              <a:solidFill>
                <a:srgbClr val="FFFFFF"/>
              </a:solidFill>
            </a:endParaRPr>
          </a:p>
        </p:txBody>
      </p:sp>
      <p:sp>
        <p:nvSpPr>
          <p:cNvPr id="15" name="Rectangle 14"/>
          <p:cNvSpPr/>
          <p:nvPr/>
        </p:nvSpPr>
        <p:spPr>
          <a:xfrm>
            <a:off x="4642247" y="1921077"/>
            <a:ext cx="2576047" cy="1923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defTabSz="685800">
              <a:lnSpc>
                <a:spcPts val="1500"/>
              </a:lnSpc>
            </a:pPr>
            <a:r>
              <a:rPr lang="en-US" sz="1050">
                <a:solidFill>
                  <a:srgbClr val="FFFFFF"/>
                </a:solidFill>
              </a:rPr>
              <a:t>About Capgemini Engineering</a:t>
            </a:r>
          </a:p>
        </p:txBody>
      </p:sp>
      <p:sp>
        <p:nvSpPr>
          <p:cNvPr id="16" name="Rectangle 15"/>
          <p:cNvSpPr/>
          <p:nvPr/>
        </p:nvSpPr>
        <p:spPr>
          <a:xfrm>
            <a:off x="4642247" y="4341937"/>
            <a:ext cx="3258882" cy="3054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defTabSz="685800">
              <a:lnSpc>
                <a:spcPts val="900"/>
              </a:lnSpc>
              <a:defRPr/>
            </a:pPr>
            <a:r>
              <a:rPr lang="en-GB" sz="675">
                <a:solidFill>
                  <a:srgbClr val="FFFFFF"/>
                </a:solidFill>
              </a:rPr>
              <a:t>Get the Future You Want </a:t>
            </a:r>
            <a:r>
              <a:rPr lang="en-US" sz="675">
                <a:solidFill>
                  <a:srgbClr val="FFFFFF"/>
                </a:solidFill>
              </a:rPr>
              <a:t>|</a:t>
            </a:r>
            <a:r>
              <a:rPr lang="en-GB" sz="675">
                <a:solidFill>
                  <a:srgbClr val="FFFFFF"/>
                </a:solidFill>
              </a:rPr>
              <a:t> </a:t>
            </a:r>
            <a:r>
              <a:rPr lang="en-US" sz="788">
                <a:solidFill>
                  <a:srgbClr val="12ABDB"/>
                </a:solidFill>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462199"/>
            <a:ext cx="3780000" cy="931030"/>
          </a:xfrm>
          <a:prstGeom prst="rect">
            <a:avLst/>
          </a:prstGeom>
        </p:spPr>
      </p:pic>
    </p:spTree>
    <p:extLst>
      <p:ext uri="{BB962C8B-B14F-4D97-AF65-F5344CB8AC3E}">
        <p14:creationId xmlns:p14="http://schemas.microsoft.com/office/powerpoint/2010/main" val="3003674739"/>
      </p:ext>
    </p:extLst>
  </p:cSld>
  <p:clrMapOvr>
    <a:masterClrMapping/>
  </p:clrMapOvr>
  <p:extLst mod="1">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19625" y="2127158"/>
            <a:ext cx="8539601" cy="1121846"/>
          </a:xfrm>
        </p:spPr>
        <p:txBody>
          <a:bodyPr wrap="square" lIns="36000" rIns="36000" bIns="0" anchor="b" anchorCtr="0">
            <a:spAutoFit/>
          </a:bodyPr>
          <a:lstStyle>
            <a:lvl1pPr algn="l">
              <a:lnSpc>
                <a:spcPct val="90000"/>
              </a:lnSpc>
              <a:defRPr sz="4050" b="1" baseline="0">
                <a:solidFill>
                  <a:schemeClr val="bg1"/>
                </a:solidFill>
                <a:latin typeface="+mn-lt"/>
              </a:defRPr>
            </a:lvl1pPr>
          </a:lstStyle>
          <a:p>
            <a:r>
              <a:rPr lang="en-US"/>
              <a:t>Click to edit Master title style</a:t>
            </a:r>
            <a:endParaRPr lang="en-GB"/>
          </a:p>
        </p:txBody>
      </p:sp>
    </p:spTree>
    <p:extLst>
      <p:ext uri="{BB962C8B-B14F-4D97-AF65-F5344CB8AC3E}">
        <p14:creationId xmlns:p14="http://schemas.microsoft.com/office/powerpoint/2010/main" val="292980170"/>
      </p:ext>
    </p:extLst>
  </p:cSld>
  <p:clrMapOvr>
    <a:masterClrMapping/>
  </p:clrMapOvr>
  <p:extLst mod="1">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7CE9A9-A234-4A1B-961D-4AF705D10E23}"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EB3A60-CC6C-40CB-A10F-3A9A24A69B86}" type="slidenum">
              <a:rPr lang="en-US" smtClean="0"/>
              <a:pPr/>
              <a:t>‹#›</a:t>
            </a:fld>
            <a:endParaRPr lang="en-US"/>
          </a:p>
        </p:txBody>
      </p:sp>
    </p:spTree>
    <p:extLst>
      <p:ext uri="{BB962C8B-B14F-4D97-AF65-F5344CB8AC3E}">
        <p14:creationId xmlns:p14="http://schemas.microsoft.com/office/powerpoint/2010/main" val="32870037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13"/>
        <p:cNvGrpSpPr/>
        <p:nvPr/>
      </p:nvGrpSpPr>
      <p:grpSpPr>
        <a:xfrm>
          <a:off x="0" y="0"/>
          <a:ext cx="0" cy="0"/>
          <a:chOff x="0" y="0"/>
          <a:chExt cx="0" cy="0"/>
        </a:xfrm>
      </p:grpSpPr>
      <p:sp>
        <p:nvSpPr>
          <p:cNvPr id="14" name="Google Shape;14;p21"/>
          <p:cNvSpPr>
            <a:spLocks noGrp="1"/>
          </p:cNvSpPr>
          <p:nvPr>
            <p:ph type="pic" idx="2"/>
          </p:nvPr>
        </p:nvSpPr>
        <p:spPr>
          <a:xfrm>
            <a:off x="0" y="0"/>
            <a:ext cx="9144000" cy="51435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000000"/>
              </a:buClr>
              <a:buSzPts val="1200"/>
              <a:buFont typeface="Arial"/>
              <a:buNone/>
              <a:defRPr sz="1200" b="0" i="0" u="none" strike="noStrike" cap="none">
                <a:solidFill>
                  <a:srgbClr val="666666"/>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 name="Google Shape;15;p21"/>
          <p:cNvSpPr txBox="1">
            <a:spLocks noGrp="1"/>
          </p:cNvSpPr>
          <p:nvPr>
            <p:ph type="ctrTitle"/>
          </p:nvPr>
        </p:nvSpPr>
        <p:spPr>
          <a:xfrm>
            <a:off x="6018758" y="1563639"/>
            <a:ext cx="2453700" cy="2016224"/>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3300"/>
              <a:buNone/>
              <a:defRPr sz="3600" b="1">
                <a:solidFill>
                  <a:srgbClr val="CC4125"/>
                </a:solidFill>
                <a:latin typeface="Arial"/>
                <a:ea typeface="Arial"/>
                <a:cs typeface="Arial"/>
                <a:sym typeface="Arial"/>
              </a:defRPr>
            </a:lvl1pPr>
            <a:lvl2pPr lvl="1" algn="l">
              <a:lnSpc>
                <a:spcPct val="100000"/>
              </a:lnSpc>
              <a:spcBef>
                <a:spcPts val="0"/>
              </a:spcBef>
              <a:spcAft>
                <a:spcPts val="0"/>
              </a:spcAft>
              <a:buSzPts val="5200"/>
              <a:buFont typeface="Arial"/>
              <a:buNone/>
              <a:defRPr sz="5200">
                <a:latin typeface="Arial"/>
                <a:ea typeface="Arial"/>
                <a:cs typeface="Arial"/>
                <a:sym typeface="Arial"/>
              </a:defRPr>
            </a:lvl2pPr>
            <a:lvl3pPr lvl="2" algn="l">
              <a:lnSpc>
                <a:spcPct val="100000"/>
              </a:lnSpc>
              <a:spcBef>
                <a:spcPts val="0"/>
              </a:spcBef>
              <a:spcAft>
                <a:spcPts val="0"/>
              </a:spcAft>
              <a:buSzPts val="5200"/>
              <a:buFont typeface="Arial"/>
              <a:buNone/>
              <a:defRPr sz="5200">
                <a:latin typeface="Arial"/>
                <a:ea typeface="Arial"/>
                <a:cs typeface="Arial"/>
                <a:sym typeface="Arial"/>
              </a:defRPr>
            </a:lvl3pPr>
            <a:lvl4pPr lvl="3" algn="l">
              <a:lnSpc>
                <a:spcPct val="100000"/>
              </a:lnSpc>
              <a:spcBef>
                <a:spcPts val="0"/>
              </a:spcBef>
              <a:spcAft>
                <a:spcPts val="0"/>
              </a:spcAft>
              <a:buSzPts val="5200"/>
              <a:buFont typeface="Arial"/>
              <a:buNone/>
              <a:defRPr sz="5200">
                <a:latin typeface="Arial"/>
                <a:ea typeface="Arial"/>
                <a:cs typeface="Arial"/>
                <a:sym typeface="Arial"/>
              </a:defRPr>
            </a:lvl4pPr>
            <a:lvl5pPr lvl="4" algn="l">
              <a:lnSpc>
                <a:spcPct val="100000"/>
              </a:lnSpc>
              <a:spcBef>
                <a:spcPts val="0"/>
              </a:spcBef>
              <a:spcAft>
                <a:spcPts val="0"/>
              </a:spcAft>
              <a:buSzPts val="5200"/>
              <a:buFont typeface="Arial"/>
              <a:buNone/>
              <a:defRPr sz="5200">
                <a:latin typeface="Arial"/>
                <a:ea typeface="Arial"/>
                <a:cs typeface="Arial"/>
                <a:sym typeface="Arial"/>
              </a:defRPr>
            </a:lvl5pPr>
            <a:lvl6pPr lvl="5" algn="l">
              <a:lnSpc>
                <a:spcPct val="100000"/>
              </a:lnSpc>
              <a:spcBef>
                <a:spcPts val="0"/>
              </a:spcBef>
              <a:spcAft>
                <a:spcPts val="0"/>
              </a:spcAft>
              <a:buSzPts val="5200"/>
              <a:buFont typeface="Arial"/>
              <a:buNone/>
              <a:defRPr sz="5200">
                <a:latin typeface="Arial"/>
                <a:ea typeface="Arial"/>
                <a:cs typeface="Arial"/>
                <a:sym typeface="Arial"/>
              </a:defRPr>
            </a:lvl6pPr>
            <a:lvl7pPr lvl="6" algn="l">
              <a:lnSpc>
                <a:spcPct val="100000"/>
              </a:lnSpc>
              <a:spcBef>
                <a:spcPts val="0"/>
              </a:spcBef>
              <a:spcAft>
                <a:spcPts val="0"/>
              </a:spcAft>
              <a:buSzPts val="5200"/>
              <a:buFont typeface="Arial"/>
              <a:buNone/>
              <a:defRPr sz="5200">
                <a:latin typeface="Arial"/>
                <a:ea typeface="Arial"/>
                <a:cs typeface="Arial"/>
                <a:sym typeface="Arial"/>
              </a:defRPr>
            </a:lvl7pPr>
            <a:lvl8pPr lvl="7" algn="l">
              <a:lnSpc>
                <a:spcPct val="100000"/>
              </a:lnSpc>
              <a:spcBef>
                <a:spcPts val="0"/>
              </a:spcBef>
              <a:spcAft>
                <a:spcPts val="0"/>
              </a:spcAft>
              <a:buSzPts val="5200"/>
              <a:buFont typeface="Arial"/>
              <a:buNone/>
              <a:defRPr sz="5200">
                <a:latin typeface="Arial"/>
                <a:ea typeface="Arial"/>
                <a:cs typeface="Arial"/>
                <a:sym typeface="Arial"/>
              </a:defRPr>
            </a:lvl8pPr>
            <a:lvl9pPr lvl="8" algn="l">
              <a:lnSpc>
                <a:spcPct val="100000"/>
              </a:lnSpc>
              <a:spcBef>
                <a:spcPts val="0"/>
              </a:spcBef>
              <a:spcAft>
                <a:spcPts val="0"/>
              </a:spcAft>
              <a:buSzPts val="5200"/>
              <a:buFont typeface="Arial"/>
              <a:buNone/>
              <a:defRPr sz="5200">
                <a:latin typeface="Arial"/>
                <a:ea typeface="Arial"/>
                <a:cs typeface="Arial"/>
                <a:sym typeface="Arial"/>
              </a:defRPr>
            </a:lvl9pPr>
          </a:lstStyle>
          <a:p>
            <a:endParaRPr/>
          </a:p>
        </p:txBody>
      </p:sp>
      <p:sp>
        <p:nvSpPr>
          <p:cNvPr id="16" name="Google Shape;1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lvl="0" indent="0" algn="r">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lvl="1" indent="0" algn="r">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lvl="2" indent="0" algn="r">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lvl="3" indent="0" algn="r">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lvl="4" indent="0" algn="r">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lvl="5" indent="0" algn="r">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lvl="6" indent="0" algn="r">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lvl="7" indent="0" algn="r">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lvl="8" indent="0" algn="r">
              <a:buClr>
                <a:srgbClr val="595959"/>
              </a:buClr>
              <a:buSzPts val="1000"/>
              <a:buFont typeface="Arial"/>
              <a:buNone/>
              <a:defRPr sz="1000" b="0" i="0" u="none" strike="noStrike" cap="none">
                <a:solidFill>
                  <a:srgbClr val="595959"/>
                </a:solidFill>
                <a:latin typeface="Arial"/>
                <a:ea typeface="Arial"/>
                <a:cs typeface="Arial"/>
                <a:sym typeface="Arial"/>
              </a:defRPr>
            </a:lvl9pPr>
          </a:lstStyle>
          <a:p>
            <a:fld id="{00000000-1234-1234-1234-123412341234}" type="slidenum">
              <a:rPr lang="en-US"/>
              <a:pPr/>
              <a:t>‹#›</a:t>
            </a:fld>
            <a:endParaRPr/>
          </a:p>
        </p:txBody>
      </p:sp>
      <p:pic>
        <p:nvPicPr>
          <p:cNvPr id="17" name="Google Shape;17;p21"/>
          <p:cNvPicPr preferRelativeResize="0"/>
          <p:nvPr/>
        </p:nvPicPr>
        <p:blipFill rotWithShape="1">
          <a:blip r:embed="rId2">
            <a:alphaModFix/>
          </a:blip>
          <a:srcRect/>
          <a:stretch/>
        </p:blipFill>
        <p:spPr>
          <a:xfrm>
            <a:off x="8126876" y="12862"/>
            <a:ext cx="1027988" cy="474413"/>
          </a:xfrm>
          <a:prstGeom prst="rect">
            <a:avLst/>
          </a:prstGeom>
          <a:noFill/>
          <a:ln>
            <a:noFill/>
          </a:ln>
        </p:spPr>
      </p:pic>
    </p:spTree>
    <p:extLst>
      <p:ext uri="{BB962C8B-B14F-4D97-AF65-F5344CB8AC3E}">
        <p14:creationId xmlns:p14="http://schemas.microsoft.com/office/powerpoint/2010/main" val="24791189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29.xml"/><Relationship Id="rId7" Type="http://schemas.openxmlformats.org/officeDocument/2006/relationships/tags" Target="../tags/tag1.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vmlDrawing" Target="../drawings/vmlDrawing1.vml"/><Relationship Id="rId5" Type="http://schemas.openxmlformats.org/officeDocument/2006/relationships/theme" Target="../theme/theme5.xml"/><Relationship Id="rId4" Type="http://schemas.openxmlformats.org/officeDocument/2006/relationships/slideLayout" Target="../slideLayouts/slideLayout30.xml"/><Relationship Id="rId9" Type="http://schemas.openxmlformats.org/officeDocument/2006/relationships/image" Target="../media/image6.emf"/></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Calibri" panose="020F0502020204030204" pitchFamily="34" charset="0"/>
                <a:cs typeface="Calibri" panose="020F0502020204030204" pitchFamily="34"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a:buClr>
                <a:srgbClr val="000000"/>
              </a:buClr>
              <a:buFont typeface="Arial"/>
              <a:buNone/>
            </a:pPr>
            <a:fld id="{00000000-1234-1234-1234-123412341234}" type="slidenum">
              <a:rPr lang="en-GB" kern="0" smtClean="0">
                <a:solidFill>
                  <a:srgbClr val="595959"/>
                </a:solidFill>
                <a:sym typeface="Arial"/>
              </a:rPr>
              <a:pPr>
                <a:buClr>
                  <a:srgbClr val="000000"/>
                </a:buClr>
                <a:buFont typeface="Arial"/>
                <a:buNone/>
              </a:pPr>
              <a:t>‹#›</a:t>
            </a:fld>
            <a:endParaRPr lang="en-GB" kern="0" dirty="0">
              <a:solidFill>
                <a:srgbClr val="595959"/>
              </a:solidFill>
              <a:sym typeface="Arial"/>
            </a:endParaRPr>
          </a:p>
        </p:txBody>
      </p:sp>
      <p:sp>
        <p:nvSpPr>
          <p:cNvPr id="4" name="Title Placeholder 3"/>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5" name="Text Placeholder 4"/>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820284156"/>
      </p:ext>
    </p:extLst>
  </p:cSld>
  <p:clrMap bg1="lt1" tx1="dk1" bg2="dk2" tx2="lt2" accent1="accent1" accent2="accent2" accent3="accent3" accent4="accent4" accent5="accent5" accent6="accent6" hlink="hlink" folHlink="folHlink"/>
  <p:sldLayoutIdLst>
    <p:sldLayoutId id="2147483680" r:id="rId1"/>
    <p:sldLayoutId id="2147483679" r:id="rId2"/>
    <p:sldLayoutId id="2147483666" r:id="rId3"/>
    <p:sldLayoutId id="2147483678" r:id="rId4"/>
    <p:sldLayoutId id="2147483782" r:id="rId5"/>
  </p:sldLayoutIdLst>
  <p:hf sldNum="0" hdr="0" dt="0"/>
  <p:txStyles>
    <p:title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tabLst>
          <a:tab pos="1345406" algn="l"/>
        </a:tabLst>
        <a:defRPr sz="2000" b="1" i="0" u="none" strike="noStrike" cap="none">
          <a:solidFill>
            <a:srgbClr val="666666"/>
          </a:solidFill>
          <a:latin typeface="+mn-lt"/>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00" b="0" i="0" u="none" strike="noStrike" cap="none">
          <a:solidFill>
            <a:srgbClr val="666666"/>
          </a:solidFill>
          <a:latin typeface="+mn-lt"/>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20650"/>
            <a:ext cx="8229600" cy="44316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457201" y="853440"/>
            <a:ext cx="8229600" cy="371094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0041579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Lst>
  <p:hf sldNum="0" hdr="0" dt="0"/>
  <p:txStyles>
    <p:titleStyle>
      <a:lvl1pPr algn="l" defTabSz="685457" rtl="0" eaLnBrk="1" latinLnBrk="0" hangingPunct="1">
        <a:lnSpc>
          <a:spcPct val="85000"/>
        </a:lnSpc>
        <a:spcBef>
          <a:spcPct val="0"/>
        </a:spcBef>
        <a:buNone/>
        <a:defRPr sz="1649" b="0" kern="1200">
          <a:solidFill>
            <a:schemeClr val="bg1"/>
          </a:solidFill>
          <a:latin typeface="Calibri" panose="020F0502020204030204" pitchFamily="34" charset="0"/>
          <a:ea typeface="+mj-ea"/>
          <a:cs typeface="Calibri" panose="020F0502020204030204" pitchFamily="34" charset="0"/>
        </a:defRPr>
      </a:lvl1pPr>
    </p:titleStyle>
    <p:bodyStyle>
      <a:lvl1pPr marL="267329" indent="-267329" algn="l" defTabSz="685457" rtl="0" eaLnBrk="1" latinLnBrk="0" hangingPunct="1">
        <a:spcBef>
          <a:spcPct val="20000"/>
        </a:spcBef>
        <a:buClr>
          <a:schemeClr val="tx2"/>
        </a:buClr>
        <a:buSzPct val="70000"/>
        <a:buFont typeface="Arial" pitchFamily="34" charset="0"/>
        <a:buChar char="►"/>
        <a:defRPr sz="1499" kern="1200">
          <a:solidFill>
            <a:schemeClr val="bg1"/>
          </a:solidFill>
          <a:latin typeface="Calibri" panose="020F0502020204030204" pitchFamily="34" charset="0"/>
          <a:ea typeface="+mn-ea"/>
          <a:cs typeface="Calibri" panose="020F0502020204030204" pitchFamily="34" charset="0"/>
        </a:defRPr>
      </a:lvl1pPr>
      <a:lvl2pPr marL="534656" indent="-267329" algn="l" defTabSz="685457" rtl="0" eaLnBrk="1" latinLnBrk="0" hangingPunct="1">
        <a:spcBef>
          <a:spcPct val="20000"/>
        </a:spcBef>
        <a:buClr>
          <a:schemeClr val="tx2"/>
        </a:buClr>
        <a:buSzPct val="70000"/>
        <a:buFont typeface="Arial" pitchFamily="34" charset="0"/>
        <a:buChar char="►"/>
        <a:defRPr sz="1349" kern="1200">
          <a:solidFill>
            <a:schemeClr val="bg1"/>
          </a:solidFill>
          <a:latin typeface="Calibri" panose="020F0502020204030204" pitchFamily="34" charset="0"/>
          <a:ea typeface="+mn-ea"/>
          <a:cs typeface="Calibri" panose="020F0502020204030204" pitchFamily="34" charset="0"/>
        </a:defRPr>
      </a:lvl2pPr>
      <a:lvl3pPr marL="801985" indent="-267329" algn="l" defTabSz="685457" rtl="0" eaLnBrk="1" latinLnBrk="0" hangingPunct="1">
        <a:spcBef>
          <a:spcPct val="20000"/>
        </a:spcBef>
        <a:buClr>
          <a:schemeClr val="tx2"/>
        </a:buClr>
        <a:buSzPct val="70000"/>
        <a:buFont typeface="Arial" pitchFamily="34" charset="0"/>
        <a:buChar char="►"/>
        <a:defRPr sz="1199" kern="1200">
          <a:solidFill>
            <a:schemeClr val="bg1"/>
          </a:solidFill>
          <a:latin typeface="Calibri" panose="020F0502020204030204" pitchFamily="34" charset="0"/>
          <a:ea typeface="+mn-ea"/>
          <a:cs typeface="Calibri" panose="020F0502020204030204" pitchFamily="34" charset="0"/>
        </a:defRPr>
      </a:lvl3pPr>
      <a:lvl4pPr marL="1069313" indent="-267329" algn="l" defTabSz="685457" rtl="0" eaLnBrk="1" latinLnBrk="0" hangingPunct="1">
        <a:spcBef>
          <a:spcPct val="20000"/>
        </a:spcBef>
        <a:buClr>
          <a:schemeClr val="tx2"/>
        </a:buClr>
        <a:buSzPct val="70000"/>
        <a:buFont typeface="Arial" pitchFamily="34" charset="0"/>
        <a:buChar char="►"/>
        <a:defRPr sz="1049" kern="1200">
          <a:solidFill>
            <a:schemeClr val="bg1"/>
          </a:solidFill>
          <a:latin typeface="Calibri" panose="020F0502020204030204" pitchFamily="34" charset="0"/>
          <a:ea typeface="+mn-ea"/>
          <a:cs typeface="Calibri" panose="020F0502020204030204" pitchFamily="34" charset="0"/>
        </a:defRPr>
      </a:lvl4pPr>
      <a:lvl5pPr marL="1336641" indent="-267329" algn="l" defTabSz="685457" rtl="0" eaLnBrk="1" latinLnBrk="0" hangingPunct="1">
        <a:spcBef>
          <a:spcPct val="20000"/>
        </a:spcBef>
        <a:buClr>
          <a:schemeClr val="tx2"/>
        </a:buClr>
        <a:buSzPct val="70000"/>
        <a:buFont typeface="Arial" pitchFamily="34" charset="0"/>
        <a:buChar char="►"/>
        <a:defRPr sz="899" kern="1200">
          <a:solidFill>
            <a:schemeClr val="bg1"/>
          </a:solidFill>
          <a:latin typeface="Calibri" panose="020F0502020204030204" pitchFamily="34" charset="0"/>
          <a:ea typeface="+mn-ea"/>
          <a:cs typeface="Calibri" panose="020F0502020204030204" pitchFamily="34" charset="0"/>
        </a:defRPr>
      </a:lvl5pPr>
      <a:lvl6pPr marL="1885007"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736"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465"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193"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457" rtl="0" eaLnBrk="1" latinLnBrk="0" hangingPunct="1">
        <a:defRPr sz="1349" kern="1200">
          <a:solidFill>
            <a:schemeClr val="tx1"/>
          </a:solidFill>
          <a:latin typeface="+mn-lt"/>
          <a:ea typeface="+mn-ea"/>
          <a:cs typeface="+mn-cs"/>
        </a:defRPr>
      </a:lvl1pPr>
      <a:lvl2pPr marL="342728" algn="l" defTabSz="685457" rtl="0" eaLnBrk="1" latinLnBrk="0" hangingPunct="1">
        <a:defRPr sz="1349" kern="1200">
          <a:solidFill>
            <a:schemeClr val="tx1"/>
          </a:solidFill>
          <a:latin typeface="+mn-lt"/>
          <a:ea typeface="+mn-ea"/>
          <a:cs typeface="+mn-cs"/>
        </a:defRPr>
      </a:lvl2pPr>
      <a:lvl3pPr marL="685457" algn="l" defTabSz="685457" rtl="0" eaLnBrk="1" latinLnBrk="0" hangingPunct="1">
        <a:defRPr sz="1349" kern="1200">
          <a:solidFill>
            <a:schemeClr val="tx1"/>
          </a:solidFill>
          <a:latin typeface="+mn-lt"/>
          <a:ea typeface="+mn-ea"/>
          <a:cs typeface="+mn-cs"/>
        </a:defRPr>
      </a:lvl3pPr>
      <a:lvl4pPr marL="1028186" algn="l" defTabSz="685457" rtl="0" eaLnBrk="1" latinLnBrk="0" hangingPunct="1">
        <a:defRPr sz="1349" kern="1200">
          <a:solidFill>
            <a:schemeClr val="tx1"/>
          </a:solidFill>
          <a:latin typeface="+mn-lt"/>
          <a:ea typeface="+mn-ea"/>
          <a:cs typeface="+mn-cs"/>
        </a:defRPr>
      </a:lvl4pPr>
      <a:lvl5pPr marL="1370915" algn="l" defTabSz="685457" rtl="0" eaLnBrk="1" latinLnBrk="0" hangingPunct="1">
        <a:defRPr sz="1349" kern="1200">
          <a:solidFill>
            <a:schemeClr val="tx1"/>
          </a:solidFill>
          <a:latin typeface="+mn-lt"/>
          <a:ea typeface="+mn-ea"/>
          <a:cs typeface="+mn-cs"/>
        </a:defRPr>
      </a:lvl5pPr>
      <a:lvl6pPr marL="1713643" algn="l" defTabSz="685457" rtl="0" eaLnBrk="1" latinLnBrk="0" hangingPunct="1">
        <a:defRPr sz="1349" kern="1200">
          <a:solidFill>
            <a:schemeClr val="tx1"/>
          </a:solidFill>
          <a:latin typeface="+mn-lt"/>
          <a:ea typeface="+mn-ea"/>
          <a:cs typeface="+mn-cs"/>
        </a:defRPr>
      </a:lvl6pPr>
      <a:lvl7pPr marL="2056371" algn="l" defTabSz="685457" rtl="0" eaLnBrk="1" latinLnBrk="0" hangingPunct="1">
        <a:defRPr sz="1349" kern="1200">
          <a:solidFill>
            <a:schemeClr val="tx1"/>
          </a:solidFill>
          <a:latin typeface="+mn-lt"/>
          <a:ea typeface="+mn-ea"/>
          <a:cs typeface="+mn-cs"/>
        </a:defRPr>
      </a:lvl7pPr>
      <a:lvl8pPr marL="2399100" algn="l" defTabSz="685457" rtl="0" eaLnBrk="1" latinLnBrk="0" hangingPunct="1">
        <a:defRPr sz="1349" kern="1200">
          <a:solidFill>
            <a:schemeClr val="tx1"/>
          </a:solidFill>
          <a:latin typeface="+mn-lt"/>
          <a:ea typeface="+mn-ea"/>
          <a:cs typeface="+mn-cs"/>
        </a:defRPr>
      </a:lvl8pPr>
      <a:lvl9pPr marL="2741828" algn="l" defTabSz="685457" rtl="0" eaLnBrk="1" latinLnBrk="0" hangingPunct="1">
        <a:defRPr sz="134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2">
          <p15:clr>
            <a:srgbClr val="F26B43"/>
          </p15:clr>
        </p15:guide>
        <p15:guide id="2" pos="384">
          <p15:clr>
            <a:srgbClr val="F26B43"/>
          </p15:clr>
        </p15:guide>
        <p15:guide id="3" pos="7302">
          <p15:clr>
            <a:srgbClr val="F26B43"/>
          </p15:clr>
        </p15:guide>
        <p15:guide id="4" orient="horz" pos="712">
          <p15:clr>
            <a:srgbClr val="F26B43"/>
          </p15:clr>
        </p15:guide>
        <p15:guide id="5" orient="horz" pos="3840">
          <p15:clr>
            <a:srgbClr val="F26B43"/>
          </p15:clr>
        </p15:guide>
        <p15:guide id="6" orient="horz" pos="4199">
          <p15:clr>
            <a:srgbClr val="F26B43"/>
          </p15:clr>
        </p15:guide>
        <p15:guide id="7" orient="horz" pos="173">
          <p15:clr>
            <a:srgbClr val="F26B43"/>
          </p15:clr>
        </p15:guide>
        <p15:guide id="8"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20650"/>
            <a:ext cx="8229600" cy="44316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457201" y="853440"/>
            <a:ext cx="8229600" cy="371094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6752949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Lst>
  <p:hf sldNum="0" hdr="0" dt="0"/>
  <p:txStyles>
    <p:titleStyle>
      <a:lvl1pPr algn="l" defTabSz="685457" rtl="0" eaLnBrk="1" latinLnBrk="0" hangingPunct="1">
        <a:lnSpc>
          <a:spcPct val="85000"/>
        </a:lnSpc>
        <a:spcBef>
          <a:spcPct val="0"/>
        </a:spcBef>
        <a:buNone/>
        <a:defRPr sz="1649" b="0" kern="1200">
          <a:solidFill>
            <a:schemeClr val="bg1"/>
          </a:solidFill>
          <a:latin typeface="Calibri" panose="020F0502020204030204" pitchFamily="34" charset="0"/>
          <a:ea typeface="+mj-ea"/>
          <a:cs typeface="Calibri" panose="020F0502020204030204" pitchFamily="34" charset="0"/>
        </a:defRPr>
      </a:lvl1pPr>
    </p:titleStyle>
    <p:bodyStyle>
      <a:lvl1pPr marL="267329" indent="-267329" algn="l" defTabSz="685457" rtl="0" eaLnBrk="1" latinLnBrk="0" hangingPunct="1">
        <a:spcBef>
          <a:spcPct val="20000"/>
        </a:spcBef>
        <a:buClr>
          <a:schemeClr val="tx2"/>
        </a:buClr>
        <a:buSzPct val="70000"/>
        <a:buFont typeface="Arial" pitchFamily="34" charset="0"/>
        <a:buChar char="►"/>
        <a:defRPr sz="1499" kern="1200">
          <a:solidFill>
            <a:schemeClr val="bg1"/>
          </a:solidFill>
          <a:latin typeface="Calibri" panose="020F0502020204030204" pitchFamily="34" charset="0"/>
          <a:ea typeface="+mn-ea"/>
          <a:cs typeface="Calibri" panose="020F0502020204030204" pitchFamily="34" charset="0"/>
        </a:defRPr>
      </a:lvl1pPr>
      <a:lvl2pPr marL="534656" indent="-267329" algn="l" defTabSz="685457" rtl="0" eaLnBrk="1" latinLnBrk="0" hangingPunct="1">
        <a:spcBef>
          <a:spcPct val="20000"/>
        </a:spcBef>
        <a:buClr>
          <a:schemeClr val="tx2"/>
        </a:buClr>
        <a:buSzPct val="70000"/>
        <a:buFont typeface="Arial" pitchFamily="34" charset="0"/>
        <a:buChar char="►"/>
        <a:defRPr sz="1349" kern="1200">
          <a:solidFill>
            <a:schemeClr val="bg1"/>
          </a:solidFill>
          <a:latin typeface="Calibri" panose="020F0502020204030204" pitchFamily="34" charset="0"/>
          <a:ea typeface="+mn-ea"/>
          <a:cs typeface="Calibri" panose="020F0502020204030204" pitchFamily="34" charset="0"/>
        </a:defRPr>
      </a:lvl2pPr>
      <a:lvl3pPr marL="801985" indent="-267329" algn="l" defTabSz="685457" rtl="0" eaLnBrk="1" latinLnBrk="0" hangingPunct="1">
        <a:spcBef>
          <a:spcPct val="20000"/>
        </a:spcBef>
        <a:buClr>
          <a:schemeClr val="tx2"/>
        </a:buClr>
        <a:buSzPct val="70000"/>
        <a:buFont typeface="Arial" pitchFamily="34" charset="0"/>
        <a:buChar char="►"/>
        <a:defRPr sz="1199" kern="1200">
          <a:solidFill>
            <a:schemeClr val="bg1"/>
          </a:solidFill>
          <a:latin typeface="Calibri" panose="020F0502020204030204" pitchFamily="34" charset="0"/>
          <a:ea typeface="+mn-ea"/>
          <a:cs typeface="Calibri" panose="020F0502020204030204" pitchFamily="34" charset="0"/>
        </a:defRPr>
      </a:lvl3pPr>
      <a:lvl4pPr marL="1069313" indent="-267329" algn="l" defTabSz="685457" rtl="0" eaLnBrk="1" latinLnBrk="0" hangingPunct="1">
        <a:spcBef>
          <a:spcPct val="20000"/>
        </a:spcBef>
        <a:buClr>
          <a:schemeClr val="tx2"/>
        </a:buClr>
        <a:buSzPct val="70000"/>
        <a:buFont typeface="Arial" pitchFamily="34" charset="0"/>
        <a:buChar char="►"/>
        <a:defRPr sz="1049" kern="1200">
          <a:solidFill>
            <a:schemeClr val="bg1"/>
          </a:solidFill>
          <a:latin typeface="Calibri" panose="020F0502020204030204" pitchFamily="34" charset="0"/>
          <a:ea typeface="+mn-ea"/>
          <a:cs typeface="Calibri" panose="020F0502020204030204" pitchFamily="34" charset="0"/>
        </a:defRPr>
      </a:lvl4pPr>
      <a:lvl5pPr marL="1336641" indent="-267329" algn="l" defTabSz="685457" rtl="0" eaLnBrk="1" latinLnBrk="0" hangingPunct="1">
        <a:spcBef>
          <a:spcPct val="20000"/>
        </a:spcBef>
        <a:buClr>
          <a:schemeClr val="tx2"/>
        </a:buClr>
        <a:buSzPct val="70000"/>
        <a:buFont typeface="Arial" pitchFamily="34" charset="0"/>
        <a:buChar char="►"/>
        <a:defRPr sz="899" kern="1200">
          <a:solidFill>
            <a:schemeClr val="bg1"/>
          </a:solidFill>
          <a:latin typeface="Calibri" panose="020F0502020204030204" pitchFamily="34" charset="0"/>
          <a:ea typeface="+mn-ea"/>
          <a:cs typeface="Calibri" panose="020F0502020204030204" pitchFamily="34" charset="0"/>
        </a:defRPr>
      </a:lvl5pPr>
      <a:lvl6pPr marL="1885007"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736"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465"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193" indent="-171365" algn="l" defTabSz="685457"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457" rtl="0" eaLnBrk="1" latinLnBrk="0" hangingPunct="1">
        <a:defRPr sz="1349" kern="1200">
          <a:solidFill>
            <a:schemeClr val="tx1"/>
          </a:solidFill>
          <a:latin typeface="+mn-lt"/>
          <a:ea typeface="+mn-ea"/>
          <a:cs typeface="+mn-cs"/>
        </a:defRPr>
      </a:lvl1pPr>
      <a:lvl2pPr marL="342728" algn="l" defTabSz="685457" rtl="0" eaLnBrk="1" latinLnBrk="0" hangingPunct="1">
        <a:defRPr sz="1349" kern="1200">
          <a:solidFill>
            <a:schemeClr val="tx1"/>
          </a:solidFill>
          <a:latin typeface="+mn-lt"/>
          <a:ea typeface="+mn-ea"/>
          <a:cs typeface="+mn-cs"/>
        </a:defRPr>
      </a:lvl2pPr>
      <a:lvl3pPr marL="685457" algn="l" defTabSz="685457" rtl="0" eaLnBrk="1" latinLnBrk="0" hangingPunct="1">
        <a:defRPr sz="1349" kern="1200">
          <a:solidFill>
            <a:schemeClr val="tx1"/>
          </a:solidFill>
          <a:latin typeface="+mn-lt"/>
          <a:ea typeface="+mn-ea"/>
          <a:cs typeface="+mn-cs"/>
        </a:defRPr>
      </a:lvl3pPr>
      <a:lvl4pPr marL="1028186" algn="l" defTabSz="685457" rtl="0" eaLnBrk="1" latinLnBrk="0" hangingPunct="1">
        <a:defRPr sz="1349" kern="1200">
          <a:solidFill>
            <a:schemeClr val="tx1"/>
          </a:solidFill>
          <a:latin typeface="+mn-lt"/>
          <a:ea typeface="+mn-ea"/>
          <a:cs typeface="+mn-cs"/>
        </a:defRPr>
      </a:lvl4pPr>
      <a:lvl5pPr marL="1370915" algn="l" defTabSz="685457" rtl="0" eaLnBrk="1" latinLnBrk="0" hangingPunct="1">
        <a:defRPr sz="1349" kern="1200">
          <a:solidFill>
            <a:schemeClr val="tx1"/>
          </a:solidFill>
          <a:latin typeface="+mn-lt"/>
          <a:ea typeface="+mn-ea"/>
          <a:cs typeface="+mn-cs"/>
        </a:defRPr>
      </a:lvl5pPr>
      <a:lvl6pPr marL="1713643" algn="l" defTabSz="685457" rtl="0" eaLnBrk="1" latinLnBrk="0" hangingPunct="1">
        <a:defRPr sz="1349" kern="1200">
          <a:solidFill>
            <a:schemeClr val="tx1"/>
          </a:solidFill>
          <a:latin typeface="+mn-lt"/>
          <a:ea typeface="+mn-ea"/>
          <a:cs typeface="+mn-cs"/>
        </a:defRPr>
      </a:lvl6pPr>
      <a:lvl7pPr marL="2056371" algn="l" defTabSz="685457" rtl="0" eaLnBrk="1" latinLnBrk="0" hangingPunct="1">
        <a:defRPr sz="1349" kern="1200">
          <a:solidFill>
            <a:schemeClr val="tx1"/>
          </a:solidFill>
          <a:latin typeface="+mn-lt"/>
          <a:ea typeface="+mn-ea"/>
          <a:cs typeface="+mn-cs"/>
        </a:defRPr>
      </a:lvl7pPr>
      <a:lvl8pPr marL="2399100" algn="l" defTabSz="685457" rtl="0" eaLnBrk="1" latinLnBrk="0" hangingPunct="1">
        <a:defRPr sz="1349" kern="1200">
          <a:solidFill>
            <a:schemeClr val="tx1"/>
          </a:solidFill>
          <a:latin typeface="+mn-lt"/>
          <a:ea typeface="+mn-ea"/>
          <a:cs typeface="+mn-cs"/>
        </a:defRPr>
      </a:lvl8pPr>
      <a:lvl9pPr marL="2741828" algn="l" defTabSz="685457" rtl="0" eaLnBrk="1" latinLnBrk="0" hangingPunct="1">
        <a:defRPr sz="134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2">
          <p15:clr>
            <a:srgbClr val="F26B43"/>
          </p15:clr>
        </p15:guide>
        <p15:guide id="2" pos="384">
          <p15:clr>
            <a:srgbClr val="F26B43"/>
          </p15:clr>
        </p15:guide>
        <p15:guide id="3" pos="7302">
          <p15:clr>
            <a:srgbClr val="F26B43"/>
          </p15:clr>
        </p15:guide>
        <p15:guide id="4" orient="horz" pos="712">
          <p15:clr>
            <a:srgbClr val="F26B43"/>
          </p15:clr>
        </p15:guide>
        <p15:guide id="5" orient="horz" pos="3840">
          <p15:clr>
            <a:srgbClr val="F26B43"/>
          </p15:clr>
        </p15:guide>
        <p15:guide id="6" orient="horz" pos="4199">
          <p15:clr>
            <a:srgbClr val="F26B43"/>
          </p15:clr>
        </p15:guide>
        <p15:guide id="7" orient="horz" pos="173">
          <p15:clr>
            <a:srgbClr val="F26B43"/>
          </p15:clr>
        </p15:guide>
        <p15:guide id="8" orient="horz" pos="399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20650"/>
            <a:ext cx="8229600" cy="44316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457201" y="853440"/>
            <a:ext cx="8229600" cy="371094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68535292"/>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Lst>
  <p:hf sldNum="0" hdr="0" dt="0"/>
  <p:txStyles>
    <p:titleStyle>
      <a:lvl1pPr algn="l" defTabSz="685440" rtl="0" eaLnBrk="1" latinLnBrk="0" hangingPunct="1">
        <a:lnSpc>
          <a:spcPct val="85000"/>
        </a:lnSpc>
        <a:spcBef>
          <a:spcPct val="0"/>
        </a:spcBef>
        <a:buNone/>
        <a:defRPr sz="1649" b="0" kern="1200">
          <a:solidFill>
            <a:schemeClr val="bg1"/>
          </a:solidFill>
          <a:latin typeface="Calibri" panose="020F0502020204030204" pitchFamily="34" charset="0"/>
          <a:ea typeface="+mj-ea"/>
          <a:cs typeface="Calibri" panose="020F0502020204030204" pitchFamily="34" charset="0"/>
        </a:defRPr>
      </a:lvl1pPr>
    </p:titleStyle>
    <p:bodyStyle>
      <a:lvl1pPr marL="267323" indent="-267323" algn="l" defTabSz="685440" rtl="0" eaLnBrk="1" latinLnBrk="0" hangingPunct="1">
        <a:spcBef>
          <a:spcPct val="20000"/>
        </a:spcBef>
        <a:buClr>
          <a:schemeClr val="tx2"/>
        </a:buClr>
        <a:buSzPct val="70000"/>
        <a:buFont typeface="Arial" pitchFamily="34" charset="0"/>
        <a:buChar char="►"/>
        <a:defRPr sz="1499" kern="1200">
          <a:solidFill>
            <a:schemeClr val="bg1"/>
          </a:solidFill>
          <a:latin typeface="Calibri" panose="020F0502020204030204" pitchFamily="34" charset="0"/>
          <a:ea typeface="+mn-ea"/>
          <a:cs typeface="Calibri" panose="020F0502020204030204" pitchFamily="34" charset="0"/>
        </a:defRPr>
      </a:lvl1pPr>
      <a:lvl2pPr marL="534643" indent="-267323" algn="l" defTabSz="685440" rtl="0" eaLnBrk="1" latinLnBrk="0" hangingPunct="1">
        <a:spcBef>
          <a:spcPct val="20000"/>
        </a:spcBef>
        <a:buClr>
          <a:schemeClr val="tx2"/>
        </a:buClr>
        <a:buSzPct val="70000"/>
        <a:buFont typeface="Arial" pitchFamily="34" charset="0"/>
        <a:buChar char="►"/>
        <a:defRPr sz="1349" kern="1200">
          <a:solidFill>
            <a:schemeClr val="bg1"/>
          </a:solidFill>
          <a:latin typeface="Calibri" panose="020F0502020204030204" pitchFamily="34" charset="0"/>
          <a:ea typeface="+mn-ea"/>
          <a:cs typeface="Calibri" panose="020F0502020204030204" pitchFamily="34" charset="0"/>
        </a:defRPr>
      </a:lvl2pPr>
      <a:lvl3pPr marL="801965" indent="-267323" algn="l" defTabSz="685440" rtl="0" eaLnBrk="1" latinLnBrk="0" hangingPunct="1">
        <a:spcBef>
          <a:spcPct val="20000"/>
        </a:spcBef>
        <a:buClr>
          <a:schemeClr val="tx2"/>
        </a:buClr>
        <a:buSzPct val="70000"/>
        <a:buFont typeface="Arial" pitchFamily="34" charset="0"/>
        <a:buChar char="►"/>
        <a:defRPr sz="1199" kern="1200">
          <a:solidFill>
            <a:schemeClr val="bg1"/>
          </a:solidFill>
          <a:latin typeface="Calibri" panose="020F0502020204030204" pitchFamily="34" charset="0"/>
          <a:ea typeface="+mn-ea"/>
          <a:cs typeface="Calibri" panose="020F0502020204030204" pitchFamily="34" charset="0"/>
        </a:defRPr>
      </a:lvl3pPr>
      <a:lvl4pPr marL="1069286" indent="-267323" algn="l" defTabSz="685440" rtl="0" eaLnBrk="1" latinLnBrk="0" hangingPunct="1">
        <a:spcBef>
          <a:spcPct val="20000"/>
        </a:spcBef>
        <a:buClr>
          <a:schemeClr val="tx2"/>
        </a:buClr>
        <a:buSzPct val="70000"/>
        <a:buFont typeface="Arial" pitchFamily="34" charset="0"/>
        <a:buChar char="►"/>
        <a:defRPr sz="1049" kern="1200">
          <a:solidFill>
            <a:schemeClr val="bg1"/>
          </a:solidFill>
          <a:latin typeface="Calibri" panose="020F0502020204030204" pitchFamily="34" charset="0"/>
          <a:ea typeface="+mn-ea"/>
          <a:cs typeface="Calibri" panose="020F0502020204030204" pitchFamily="34" charset="0"/>
        </a:defRPr>
      </a:lvl4pPr>
      <a:lvl5pPr marL="1336607" indent="-267323" algn="l" defTabSz="685440" rtl="0" eaLnBrk="1" latinLnBrk="0" hangingPunct="1">
        <a:spcBef>
          <a:spcPct val="20000"/>
        </a:spcBef>
        <a:buClr>
          <a:schemeClr val="tx2"/>
        </a:buClr>
        <a:buSzPct val="70000"/>
        <a:buFont typeface="Arial" pitchFamily="34" charset="0"/>
        <a:buChar char="►"/>
        <a:defRPr sz="899" kern="1200">
          <a:solidFill>
            <a:schemeClr val="bg1"/>
          </a:solidFill>
          <a:latin typeface="Calibri" panose="020F0502020204030204" pitchFamily="34" charset="0"/>
          <a:ea typeface="+mn-ea"/>
          <a:cs typeface="Calibri" panose="020F0502020204030204" pitchFamily="34" charset="0"/>
        </a:defRPr>
      </a:lvl5pPr>
      <a:lvl6pPr marL="1884960" indent="-171361" algn="l" defTabSz="685440"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680" indent="-171361" algn="l" defTabSz="685440"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401" indent="-171361" algn="l" defTabSz="685440"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120" indent="-171361" algn="l" defTabSz="685440"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440" rtl="0" eaLnBrk="1" latinLnBrk="0" hangingPunct="1">
        <a:defRPr sz="1349" kern="1200">
          <a:solidFill>
            <a:schemeClr val="tx1"/>
          </a:solidFill>
          <a:latin typeface="+mn-lt"/>
          <a:ea typeface="+mn-ea"/>
          <a:cs typeface="+mn-cs"/>
        </a:defRPr>
      </a:lvl1pPr>
      <a:lvl2pPr marL="342719" algn="l" defTabSz="685440" rtl="0" eaLnBrk="1" latinLnBrk="0" hangingPunct="1">
        <a:defRPr sz="1349" kern="1200">
          <a:solidFill>
            <a:schemeClr val="tx1"/>
          </a:solidFill>
          <a:latin typeface="+mn-lt"/>
          <a:ea typeface="+mn-ea"/>
          <a:cs typeface="+mn-cs"/>
        </a:defRPr>
      </a:lvl2pPr>
      <a:lvl3pPr marL="685440" algn="l" defTabSz="685440" rtl="0" eaLnBrk="1" latinLnBrk="0" hangingPunct="1">
        <a:defRPr sz="1349" kern="1200">
          <a:solidFill>
            <a:schemeClr val="tx1"/>
          </a:solidFill>
          <a:latin typeface="+mn-lt"/>
          <a:ea typeface="+mn-ea"/>
          <a:cs typeface="+mn-cs"/>
        </a:defRPr>
      </a:lvl3pPr>
      <a:lvl4pPr marL="1028160" algn="l" defTabSz="685440" rtl="0" eaLnBrk="1" latinLnBrk="0" hangingPunct="1">
        <a:defRPr sz="1349" kern="1200">
          <a:solidFill>
            <a:schemeClr val="tx1"/>
          </a:solidFill>
          <a:latin typeface="+mn-lt"/>
          <a:ea typeface="+mn-ea"/>
          <a:cs typeface="+mn-cs"/>
        </a:defRPr>
      </a:lvl4pPr>
      <a:lvl5pPr marL="1370881" algn="l" defTabSz="685440" rtl="0" eaLnBrk="1" latinLnBrk="0" hangingPunct="1">
        <a:defRPr sz="1349" kern="1200">
          <a:solidFill>
            <a:schemeClr val="tx1"/>
          </a:solidFill>
          <a:latin typeface="+mn-lt"/>
          <a:ea typeface="+mn-ea"/>
          <a:cs typeface="+mn-cs"/>
        </a:defRPr>
      </a:lvl5pPr>
      <a:lvl6pPr marL="1713600" algn="l" defTabSz="685440" rtl="0" eaLnBrk="1" latinLnBrk="0" hangingPunct="1">
        <a:defRPr sz="1349" kern="1200">
          <a:solidFill>
            <a:schemeClr val="tx1"/>
          </a:solidFill>
          <a:latin typeface="+mn-lt"/>
          <a:ea typeface="+mn-ea"/>
          <a:cs typeface="+mn-cs"/>
        </a:defRPr>
      </a:lvl6pPr>
      <a:lvl7pPr marL="2056319" algn="l" defTabSz="685440" rtl="0" eaLnBrk="1" latinLnBrk="0" hangingPunct="1">
        <a:defRPr sz="1349" kern="1200">
          <a:solidFill>
            <a:schemeClr val="tx1"/>
          </a:solidFill>
          <a:latin typeface="+mn-lt"/>
          <a:ea typeface="+mn-ea"/>
          <a:cs typeface="+mn-cs"/>
        </a:defRPr>
      </a:lvl7pPr>
      <a:lvl8pPr marL="2399040" algn="l" defTabSz="685440" rtl="0" eaLnBrk="1" latinLnBrk="0" hangingPunct="1">
        <a:defRPr sz="1349" kern="1200">
          <a:solidFill>
            <a:schemeClr val="tx1"/>
          </a:solidFill>
          <a:latin typeface="+mn-lt"/>
          <a:ea typeface="+mn-ea"/>
          <a:cs typeface="+mn-cs"/>
        </a:defRPr>
      </a:lvl8pPr>
      <a:lvl9pPr marL="2741759" algn="l" defTabSz="685440" rtl="0" eaLnBrk="1" latinLnBrk="0" hangingPunct="1">
        <a:defRPr sz="134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2">
          <p15:clr>
            <a:srgbClr val="F26B43"/>
          </p15:clr>
        </p15:guide>
        <p15:guide id="2" pos="384">
          <p15:clr>
            <a:srgbClr val="F26B43"/>
          </p15:clr>
        </p15:guide>
        <p15:guide id="3" pos="7302">
          <p15:clr>
            <a:srgbClr val="F26B43"/>
          </p15:clr>
        </p15:guide>
        <p15:guide id="4" orient="horz" pos="712">
          <p15:clr>
            <a:srgbClr val="F26B43"/>
          </p15:clr>
        </p15:guide>
        <p15:guide id="5" orient="horz" pos="3840">
          <p15:clr>
            <a:srgbClr val="F26B43"/>
          </p15:clr>
        </p15:guide>
        <p15:guide id="6" orient="horz" pos="4199">
          <p15:clr>
            <a:srgbClr val="F26B43"/>
          </p15:clr>
        </p15:guide>
        <p15:guide id="7" orient="horz" pos="173">
          <p15:clr>
            <a:srgbClr val="F26B43"/>
          </p15:clr>
        </p15:guide>
        <p15:guide id="8" orient="horz" pos="3995">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191" y="1192"/>
          <a:ext cx="1190" cy="1190"/>
        </p:xfrm>
        <a:graphic>
          <a:graphicData uri="http://schemas.openxmlformats.org/presentationml/2006/ole">
            <mc:AlternateContent xmlns:mc="http://schemas.openxmlformats.org/markup-compatibility/2006">
              <mc:Choice xmlns:v="urn:schemas-microsoft-com:vml" Requires="v">
                <p:oleObj spid="_x0000_s1028"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1" y="1192"/>
                        <a:ext cx="1190" cy="1190"/>
                      </a:xfrm>
                      <a:prstGeom prst="rect">
                        <a:avLst/>
                      </a:prstGeom>
                      <a:noFill/>
                    </p:spPr>
                  </p:pic>
                </p:oleObj>
              </mc:Fallback>
            </mc:AlternateContent>
          </a:graphicData>
        </a:graphic>
      </p:graphicFrame>
      <p:sp>
        <p:nvSpPr>
          <p:cNvPr id="4" name="Text Placeholder 1"/>
          <p:cNvSpPr>
            <a:spLocks noGrp="1"/>
          </p:cNvSpPr>
          <p:nvPr>
            <p:ph type="body" idx="1"/>
          </p:nvPr>
        </p:nvSpPr>
        <p:spPr>
          <a:xfrm>
            <a:off x="303610" y="995363"/>
            <a:ext cx="8532660" cy="3851672"/>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303610" y="291142"/>
            <a:ext cx="8210829" cy="537533"/>
          </a:xfrm>
          <a:prstGeom prst="rect">
            <a:avLst/>
          </a:prstGeom>
        </p:spPr>
        <p:txBody>
          <a:bodyPr vert="horz" lIns="0" tIns="0" rIns="0" bIns="0" rtlCol="0" anchor="b">
            <a:noAutofit/>
          </a:bodyPr>
          <a:lstStyle/>
          <a:p>
            <a:pPr marL="0" marR="0" lvl="0" indent="0" algn="l" defTabSz="6858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8671622" y="153794"/>
            <a:ext cx="314577" cy="291741"/>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685800"/>
              <a:endParaRPr lang="en-GB" sz="1350">
                <a:solidFill>
                  <a:prstClr val="black"/>
                </a:solidFill>
              </a:endParaRPr>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685800"/>
              <a:endParaRPr lang="en-GB" sz="1350">
                <a:solidFill>
                  <a:prstClr val="black"/>
                </a:solidFill>
              </a:endParaRPr>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303610" y="4888403"/>
            <a:ext cx="2558135" cy="164592"/>
          </a:xfrm>
          <a:prstGeom prst="rect">
            <a:avLst/>
          </a:prstGeom>
        </p:spPr>
        <p:txBody>
          <a:bodyPr wrap="square" lIns="0" tIns="0" rIns="0" bIns="0" anchor="ctr" anchorCtr="0">
            <a:noAutofit/>
          </a:bodyPr>
          <a:lstStyle/>
          <a:p>
            <a:pPr defTabSz="685800">
              <a:defRPr/>
            </a:pPr>
            <a:r>
              <a:rPr lang="en-US" sz="525" kern="0">
                <a:solidFill>
                  <a:srgbClr val="A6A6A6"/>
                </a:solidFill>
                <a:cs typeface="Arial" panose="020B0604020202020204" pitchFamily="34" charset="0"/>
              </a:rPr>
              <a:t>Capgemini Proposal Response to JSL</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8808097" y="4888243"/>
            <a:ext cx="171947" cy="184666"/>
          </a:xfrm>
          <a:prstGeom prst="rect">
            <a:avLst/>
          </a:prstGeom>
        </p:spPr>
        <p:txBody>
          <a:bodyPr wrap="square" lIns="0" rIns="0">
            <a:spAutoFit/>
          </a:bodyPr>
          <a:lstStyle/>
          <a:p>
            <a:pPr algn="r" defTabSz="685800"/>
            <a:fld id="{0502E5A9-B53C-401E-A0E0-4A359BB0A9E5}" type="slidenum">
              <a:rPr lang="en-US" sz="600" smtClean="0">
                <a:solidFill>
                  <a:srgbClr val="A6A6A6"/>
                </a:solidFill>
                <a:cs typeface="Arial" panose="020B0604020202020204" pitchFamily="34" charset="0"/>
              </a:rPr>
              <a:pPr algn="r" defTabSz="685800"/>
              <a:t>‹#›</a:t>
            </a:fld>
            <a:endParaRPr lang="en-US" sz="600">
              <a:solidFill>
                <a:srgbClr val="A6A6A6"/>
              </a:solidFill>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5420302" y="4888403"/>
            <a:ext cx="3399122" cy="164592"/>
          </a:xfrm>
          <a:prstGeom prst="rect">
            <a:avLst/>
          </a:prstGeom>
        </p:spPr>
        <p:txBody>
          <a:bodyPr wrap="square" lIns="0" tIns="0" rIns="0" bIns="0" anchor="ctr" anchorCtr="0">
            <a:noAutofit/>
          </a:bodyPr>
          <a:lstStyle/>
          <a:p>
            <a:pPr algn="r" defTabSz="685800">
              <a:defRPr/>
            </a:pPr>
            <a:r>
              <a:rPr lang="en-GB" sz="525">
                <a:solidFill>
                  <a:srgbClr val="A6A6A6"/>
                </a:solidFill>
                <a:cs typeface="Arial" panose="020B0604020202020204" pitchFamily="34" charset="0"/>
              </a:rPr>
              <a:t>Company Confidential © Capgemini 2023. All rights reserved  |</a:t>
            </a:r>
          </a:p>
        </p:txBody>
      </p:sp>
    </p:spTree>
    <p:extLst>
      <p:ext uri="{BB962C8B-B14F-4D97-AF65-F5344CB8AC3E}">
        <p14:creationId xmlns:p14="http://schemas.microsoft.com/office/powerpoint/2010/main" val="184320359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2" r:id="rId3"/>
    <p:sldLayoutId id="2147483743" r:id="rId4"/>
  </p:sldLayoutIdLst>
  <p:hf hdr="0"/>
  <p:txStyles>
    <p:titleStyle>
      <a:lvl1pPr marL="0" marR="0" indent="0" algn="l" defTabSz="685800" rtl="0" eaLnBrk="1" fontAlgn="auto" latinLnBrk="0" hangingPunct="1">
        <a:lnSpc>
          <a:spcPct val="90000"/>
        </a:lnSpc>
        <a:spcBef>
          <a:spcPct val="0"/>
        </a:spcBef>
        <a:spcAft>
          <a:spcPts val="0"/>
        </a:spcAft>
        <a:buClrTx/>
        <a:buSzTx/>
        <a:buFontTx/>
        <a:buNone/>
        <a:tabLst/>
        <a:defRPr kumimoji="0" lang="en-US" sz="195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685800" rtl="0" eaLnBrk="1" latinLnBrk="0" hangingPunct="1">
        <a:lnSpc>
          <a:spcPct val="100000"/>
        </a:lnSpc>
        <a:spcBef>
          <a:spcPts val="0"/>
        </a:spcBef>
        <a:spcAft>
          <a:spcPts val="450"/>
        </a:spcAft>
        <a:buFont typeface="Arial" panose="020B0604020202020204" pitchFamily="34" charset="0"/>
        <a:buNone/>
        <a:defRPr sz="1500" kern="1200" baseline="0">
          <a:solidFill>
            <a:schemeClr val="tx1"/>
          </a:solidFill>
          <a:latin typeface="Ubuntu" panose="020B0504030602030204" pitchFamily="34" charset="0"/>
          <a:ea typeface="+mn-ea"/>
          <a:cs typeface="+mn-cs"/>
        </a:defRPr>
      </a:lvl1pPr>
      <a:lvl2pPr marL="133350" indent="-133350" algn="l" defTabSz="685800" rtl="0" eaLnBrk="1" latinLnBrk="0" hangingPunct="1">
        <a:lnSpc>
          <a:spcPct val="100000"/>
        </a:lnSpc>
        <a:spcBef>
          <a:spcPts val="0"/>
        </a:spcBef>
        <a:spcAft>
          <a:spcPts val="450"/>
        </a:spcAft>
        <a:buClr>
          <a:schemeClr val="accent1"/>
        </a:buClr>
        <a:buFont typeface="Wingdings" panose="05000000000000000000" pitchFamily="2" charset="2"/>
        <a:buChar char="§"/>
        <a:defRPr sz="1350" kern="1200" baseline="0">
          <a:solidFill>
            <a:schemeClr val="tx1"/>
          </a:solidFill>
          <a:latin typeface="Ubuntu" panose="020B0504030602030204" pitchFamily="34" charset="0"/>
          <a:ea typeface="+mn-ea"/>
          <a:cs typeface="+mn-cs"/>
        </a:defRPr>
      </a:lvl2pPr>
      <a:lvl3pPr marL="271463" indent="-138113" algn="l" defTabSz="685800" rtl="0" eaLnBrk="1" latinLnBrk="0" hangingPunct="1">
        <a:lnSpc>
          <a:spcPct val="100000"/>
        </a:lnSpc>
        <a:spcBef>
          <a:spcPts val="0"/>
        </a:spcBef>
        <a:spcAft>
          <a:spcPts val="450"/>
        </a:spcAft>
        <a:buClr>
          <a:schemeClr val="accent2"/>
        </a:buClr>
        <a:buFont typeface="Arial" panose="020B0604020202020204" pitchFamily="34" charset="0"/>
        <a:buChar char="•"/>
        <a:defRPr sz="1200" kern="1200" baseline="0">
          <a:solidFill>
            <a:schemeClr val="tx1"/>
          </a:solidFill>
          <a:latin typeface="Ubuntu" panose="020B0504030602030204" pitchFamily="34" charset="0"/>
          <a:ea typeface="+mn-ea"/>
          <a:cs typeface="+mn-cs"/>
        </a:defRPr>
      </a:lvl3pPr>
      <a:lvl4pPr marL="404813" indent="-133350" algn="l" defTabSz="685800" rtl="0" eaLnBrk="1" latinLnBrk="0" hangingPunct="1">
        <a:lnSpc>
          <a:spcPct val="100000"/>
        </a:lnSpc>
        <a:spcBef>
          <a:spcPts val="0"/>
        </a:spcBef>
        <a:spcAft>
          <a:spcPts val="450"/>
        </a:spcAft>
        <a:buClr>
          <a:schemeClr val="tx1"/>
        </a:buClr>
        <a:buFont typeface="Ubuntu" panose="020B0504030602030204" pitchFamily="34" charset="0"/>
        <a:buChar char="–"/>
        <a:defRPr sz="1050" kern="1200" baseline="0">
          <a:solidFill>
            <a:schemeClr val="tx1"/>
          </a:solidFill>
          <a:latin typeface="Ubuntu" panose="020B0504030602030204" pitchFamily="34" charset="0"/>
          <a:ea typeface="+mn-ea"/>
          <a:cs typeface="+mn-cs"/>
        </a:defRPr>
      </a:lvl4pPr>
      <a:lvl5pPr marL="538163" indent="-133350" algn="l" defTabSz="685800" rtl="0" eaLnBrk="1" latinLnBrk="0" hangingPunct="1">
        <a:lnSpc>
          <a:spcPct val="100000"/>
        </a:lnSpc>
        <a:spcBef>
          <a:spcPts val="0"/>
        </a:spcBef>
        <a:spcAft>
          <a:spcPts val="450"/>
        </a:spcAft>
        <a:buClr>
          <a:schemeClr val="accent3"/>
        </a:buClr>
        <a:buFont typeface="Arial" panose="020B0604020202020204" pitchFamily="34" charset="0"/>
        <a:buChar char="•"/>
        <a:defRPr sz="1050" kern="1200" baseline="0">
          <a:solidFill>
            <a:schemeClr val="tx1"/>
          </a:solidFill>
          <a:latin typeface="Ubuntu" panose="020B05040306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P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47CE9A9-A234-4A1B-961D-4AF705D10E23}" type="datetimeFigureOut">
              <a:rPr lang="en-US" smtClean="0"/>
              <a:pPr/>
              <a:t>6/16/2026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EB3A60-CC6C-40CB-A10F-3A9A24A69B86}" type="slidenum">
              <a:rPr lang="en-US" smtClean="0"/>
              <a:pPr/>
              <a:t>‹#›</a:t>
            </a:fld>
            <a:endParaRPr lang="en-US"/>
          </a:p>
        </p:txBody>
      </p:sp>
    </p:spTree>
    <p:extLst>
      <p:ext uri="{BB962C8B-B14F-4D97-AF65-F5344CB8AC3E}">
        <p14:creationId xmlns:p14="http://schemas.microsoft.com/office/powerpoint/2010/main" val="4219681246"/>
      </p:ext>
    </p:extLst>
  </p:cSld>
  <p:clrMap bg1="lt1" tx1="dk1" bg2="lt2" tx2="dk2" accent1="accent1" accent2="accent2" accent3="accent3" accent4="accent4" accent5="accent5" accent6="accent6" hlink="hlink" folHlink="folHlink"/>
  <p:sldLayoutIdLst>
    <p:sldLayoutId id="2147483747" r:id="rId1"/>
    <p:sldLayoutId id="2147483778" r:id="rId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
          <p:cNvPicPr preferRelativeResize="0"/>
          <p:nvPr/>
        </p:nvPicPr>
        <p:blipFill rotWithShape="1">
          <a:blip r:embed="rId3">
            <a:alphaModFix/>
          </a:blip>
          <a:srcRect t="8146" b="8147"/>
          <a:stretch/>
        </p:blipFill>
        <p:spPr>
          <a:xfrm>
            <a:off x="0" y="-21265"/>
            <a:ext cx="9217023" cy="5181063"/>
          </a:xfrm>
          <a:prstGeom prst="rect">
            <a:avLst/>
          </a:prstGeom>
          <a:noFill/>
          <a:ln>
            <a:noFill/>
          </a:ln>
        </p:spPr>
      </p:pic>
      <p:sp>
        <p:nvSpPr>
          <p:cNvPr id="84" name="Google Shape;84;p1"/>
          <p:cNvSpPr/>
          <p:nvPr/>
        </p:nvSpPr>
        <p:spPr>
          <a:xfrm>
            <a:off x="363585" y="571817"/>
            <a:ext cx="3226732" cy="4091400"/>
          </a:xfrm>
          <a:prstGeom prst="frame">
            <a:avLst>
              <a:gd name="adj1" fmla="val 2221"/>
            </a:avLst>
          </a:prstGeom>
          <a:solidFill>
            <a:srgbClr val="CC4125"/>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350"/>
              <a:buFont typeface="Calibri"/>
              <a:buNone/>
            </a:pPr>
            <a:endParaRPr sz="1350" b="0" i="0" u="none" strike="noStrike" cap="none" dirty="0">
              <a:solidFill>
                <a:schemeClr val="dk1"/>
              </a:solidFill>
              <a:latin typeface="Calibri"/>
              <a:ea typeface="Calibri"/>
              <a:cs typeface="Calibri"/>
              <a:sym typeface="Calibri"/>
            </a:endParaRPr>
          </a:p>
        </p:txBody>
      </p:sp>
      <p:cxnSp>
        <p:nvCxnSpPr>
          <p:cNvPr id="86" name="Google Shape;86;p1"/>
          <p:cNvCxnSpPr/>
          <p:nvPr/>
        </p:nvCxnSpPr>
        <p:spPr>
          <a:xfrm>
            <a:off x="964400" y="423750"/>
            <a:ext cx="0" cy="0"/>
          </a:xfrm>
          <a:prstGeom prst="straightConnector1">
            <a:avLst/>
          </a:prstGeom>
          <a:noFill/>
          <a:ln w="9525" cap="flat" cmpd="sng">
            <a:solidFill>
              <a:schemeClr val="dk2"/>
            </a:solidFill>
            <a:prstDash val="solid"/>
            <a:round/>
            <a:headEnd type="none" w="sm" len="sm"/>
            <a:tailEnd type="none" w="sm" len="sm"/>
          </a:ln>
        </p:spPr>
      </p:cxnSp>
      <p:sp>
        <p:nvSpPr>
          <p:cNvPr id="87" name="Google Shape;87;p1"/>
          <p:cNvSpPr txBox="1">
            <a:spLocks noGrp="1"/>
          </p:cNvSpPr>
          <p:nvPr>
            <p:ph type="ctrTitle"/>
          </p:nvPr>
        </p:nvSpPr>
        <p:spPr>
          <a:xfrm>
            <a:off x="571472" y="1500180"/>
            <a:ext cx="2748198" cy="2982368"/>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300"/>
              <a:buNone/>
            </a:pPr>
            <a:r>
              <a:rPr lang="en-US" b="0" dirty="0">
                <a:solidFill>
                  <a:schemeClr val="lt1"/>
                </a:solidFill>
              </a:rPr>
              <a:t>Making </a:t>
            </a:r>
            <a:br>
              <a:rPr lang="en-US" b="0" dirty="0">
                <a:solidFill>
                  <a:schemeClr val="lt1"/>
                </a:solidFill>
              </a:rPr>
            </a:br>
            <a:r>
              <a:rPr lang="en-US" b="0" dirty="0">
                <a:solidFill>
                  <a:schemeClr val="lt1"/>
                </a:solidFill>
              </a:rPr>
              <a:t>Bharat Atmanirbhar Since 1970 </a:t>
            </a:r>
            <a:r>
              <a:rPr lang="en-US" sz="3600" dirty="0">
                <a:solidFill>
                  <a:schemeClr val="lt1"/>
                </a:solidFill>
                <a:latin typeface="Bebas Neue"/>
                <a:ea typeface="Bebas Neue"/>
                <a:cs typeface="Bebas Neue"/>
                <a:sym typeface="Bebas Neue"/>
              </a:rPr>
              <a:t>      </a:t>
            </a:r>
            <a:endParaRPr dirty="0"/>
          </a:p>
        </p:txBody>
      </p:sp>
      <p:pic>
        <p:nvPicPr>
          <p:cNvPr id="89" name="Google Shape;89;p1" descr="C:\Users\lokesh.singh\Downloads\JSL-logo_PNG.png"/>
          <p:cNvPicPr preferRelativeResize="0"/>
          <p:nvPr/>
        </p:nvPicPr>
        <p:blipFill rotWithShape="1">
          <a:blip r:embed="rId4">
            <a:alphaModFix/>
          </a:blip>
          <a:srcRect/>
          <a:stretch/>
        </p:blipFill>
        <p:spPr>
          <a:xfrm>
            <a:off x="3786182" y="214296"/>
            <a:ext cx="1909071" cy="398783"/>
          </a:xfrm>
          <a:prstGeom prst="rect">
            <a:avLst/>
          </a:prstGeom>
          <a:noFill/>
          <a:ln>
            <a:noFill/>
          </a:ln>
        </p:spPr>
      </p:pic>
      <p:sp>
        <p:nvSpPr>
          <p:cNvPr id="2" name="Slide Number Placeholder 1">
            <a:extLst>
              <a:ext uri="{FF2B5EF4-FFF2-40B4-BE49-F238E27FC236}">
                <a16:creationId xmlns:a16="http://schemas.microsoft.com/office/drawing/2014/main" id="{075B6937-8E73-4610-AEF8-9E8C2985A2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dirty="0"/>
          </a:p>
        </p:txBody>
      </p:sp>
      <p:sp>
        <p:nvSpPr>
          <p:cNvPr id="8" name="Slide Number Placeholder 1">
            <a:extLst>
              <a:ext uri="{FF2B5EF4-FFF2-40B4-BE49-F238E27FC236}">
                <a16:creationId xmlns:a16="http://schemas.microsoft.com/office/drawing/2014/main" id="{6EA8DC6C-9C34-4473-97CF-0B666AB698B2}"/>
              </a:ext>
            </a:extLst>
          </p:cNvPr>
          <p:cNvSpPr txBox="1">
            <a:spLocks/>
          </p:cNvSpPr>
          <p:nvPr/>
        </p:nvSpPr>
        <p:spPr>
          <a:xfrm>
            <a:off x="8746808" y="4754031"/>
            <a:ext cx="548700" cy="393600"/>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8C48FCF8-25E9-4F94-BC2B-FA1B572C1FF3}" type="slidenum">
              <a:rPr lang="en-US" smtClean="0"/>
              <a:pPr/>
              <a:t>1</a:t>
            </a:fld>
            <a:endParaRPr lang="en-US" dirty="0"/>
          </a:p>
        </p:txBody>
      </p:sp>
    </p:spTree>
    <p:extLst>
      <p:ext uri="{BB962C8B-B14F-4D97-AF65-F5344CB8AC3E}">
        <p14:creationId xmlns:p14="http://schemas.microsoft.com/office/powerpoint/2010/main" val="158295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cxnSp>
        <p:nvCxnSpPr>
          <p:cNvPr id="13" name="Straight Connector 12">
            <a:extLst>
              <a:ext uri="{FF2B5EF4-FFF2-40B4-BE49-F238E27FC236}">
                <a16:creationId xmlns:a16="http://schemas.microsoft.com/office/drawing/2014/main" id="{59B4DB85-196B-4CC9-98D5-03053D175E81}"/>
              </a:ext>
            </a:extLst>
          </p:cNvPr>
          <p:cNvCxnSpPr>
            <a:cxnSpLocks/>
          </p:cNvCxnSpPr>
          <p:nvPr/>
        </p:nvCxnSpPr>
        <p:spPr>
          <a:xfrm>
            <a:off x="1213546" y="575797"/>
            <a:ext cx="6716908"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Google Shape;64;p14">
            <a:extLst>
              <a:ext uri="{FF2B5EF4-FFF2-40B4-BE49-F238E27FC236}">
                <a16:creationId xmlns:a16="http://schemas.microsoft.com/office/drawing/2014/main" id="{578B0D14-8AC8-C786-BF3A-E11DA1846DC5}"/>
              </a:ext>
            </a:extLst>
          </p:cNvPr>
          <p:cNvSpPr txBox="1"/>
          <p:nvPr/>
        </p:nvSpPr>
        <p:spPr>
          <a:xfrm>
            <a:off x="1034627" y="-101707"/>
            <a:ext cx="6680200" cy="657073"/>
          </a:xfrm>
          <a:prstGeom prst="rect">
            <a:avLst/>
          </a:prstGeom>
          <a:noFill/>
          <a:ln>
            <a:noFill/>
          </a:ln>
        </p:spPr>
        <p:txBody>
          <a:bodyPr spcFirstLastPara="1" wrap="square" lIns="91425" tIns="91425" rIns="91425" bIns="91425" anchor="t" anchorCtr="0">
            <a:spAutoFit/>
          </a:bodyPr>
          <a:lstStyle/>
          <a:p>
            <a:pPr lvl="0" algn="ctr">
              <a:lnSpc>
                <a:spcPct val="115000"/>
              </a:lnSpc>
              <a:spcBef>
                <a:spcPts val="1200"/>
              </a:spcBef>
              <a:buClr>
                <a:schemeClr val="dk1"/>
              </a:buClr>
              <a:buSzPts val="1100"/>
            </a:pPr>
            <a:r>
              <a:rPr lang="en-IN" sz="1800" b="1" dirty="0">
                <a:solidFill>
                  <a:schemeClr val="dk1"/>
                </a:solidFill>
                <a:latin typeface="+mj-lt"/>
              </a:rPr>
              <a:t>DCOE (Digital Centre of Excellence)</a:t>
            </a:r>
            <a:endParaRPr sz="1800" b="1" dirty="0">
              <a:solidFill>
                <a:schemeClr val="dk1"/>
              </a:solidFill>
              <a:latin typeface="+mj-lt"/>
            </a:endParaRPr>
          </a:p>
        </p:txBody>
      </p:sp>
      <p:sp>
        <p:nvSpPr>
          <p:cNvPr id="5" name="TextBox 4">
            <a:extLst>
              <a:ext uri="{FF2B5EF4-FFF2-40B4-BE49-F238E27FC236}">
                <a16:creationId xmlns:a16="http://schemas.microsoft.com/office/drawing/2014/main" id="{086A7F76-2DE3-9F7C-1136-CD663904F54E}"/>
              </a:ext>
            </a:extLst>
          </p:cNvPr>
          <p:cNvSpPr txBox="1"/>
          <p:nvPr/>
        </p:nvSpPr>
        <p:spPr>
          <a:xfrm>
            <a:off x="108585" y="588363"/>
            <a:ext cx="7013939" cy="307777"/>
          </a:xfrm>
          <a:prstGeom prst="rect">
            <a:avLst/>
          </a:prstGeom>
          <a:noFill/>
        </p:spPr>
        <p:txBody>
          <a:bodyPr wrap="square">
            <a:spAutoFit/>
          </a:bodyPr>
          <a:lstStyle/>
          <a:p>
            <a:r>
              <a:rPr lang="en-IN" sz="1400" b="1" dirty="0">
                <a:effectLst/>
                <a:latin typeface="Calibri" panose="020F0502020204030204" pitchFamily="34" charset="0"/>
                <a:ea typeface="Aptos" panose="020B0004020202020204" pitchFamily="34" charset="0"/>
              </a:rPr>
              <a:t>Project </a:t>
            </a:r>
            <a:r>
              <a:rPr lang="en-IN" sz="1400" b="1" dirty="0">
                <a:latin typeface="Calibri" panose="020F0502020204030204" pitchFamily="34" charset="0"/>
                <a:ea typeface="Aptos" panose="020B0004020202020204" pitchFamily="34" charset="0"/>
              </a:rPr>
              <a:t>3</a:t>
            </a:r>
            <a:r>
              <a:rPr lang="en-IN" sz="1400" b="1" dirty="0">
                <a:effectLst/>
                <a:latin typeface="Calibri" panose="020F0502020204030204" pitchFamily="34" charset="0"/>
                <a:ea typeface="Aptos" panose="020B0004020202020204" pitchFamily="34" charset="0"/>
              </a:rPr>
              <a:t>: DCOE(Digital Centre of excellence) to be completed by 31</a:t>
            </a:r>
            <a:r>
              <a:rPr lang="en-IN" sz="1400" b="1" baseline="30000" dirty="0">
                <a:effectLst/>
                <a:latin typeface="Calibri" panose="020F0502020204030204" pitchFamily="34" charset="0"/>
                <a:ea typeface="Aptos" panose="020B0004020202020204" pitchFamily="34" charset="0"/>
              </a:rPr>
              <a:t>th</a:t>
            </a:r>
            <a:r>
              <a:rPr lang="en-IN" sz="1400" b="1" dirty="0">
                <a:effectLst/>
                <a:latin typeface="Calibri" panose="020F0502020204030204" pitchFamily="34" charset="0"/>
                <a:ea typeface="Aptos" panose="020B0004020202020204" pitchFamily="34" charset="0"/>
              </a:rPr>
              <a:t> </a:t>
            </a:r>
            <a:r>
              <a:rPr lang="en-IN" sz="1400" b="1" dirty="0">
                <a:latin typeface="Calibri" panose="020F0502020204030204" pitchFamily="34" charset="0"/>
                <a:ea typeface="Aptos" panose="020B0004020202020204" pitchFamily="34" charset="0"/>
              </a:rPr>
              <a:t>Aug</a:t>
            </a:r>
            <a:r>
              <a:rPr lang="en-IN" sz="1400" b="1" dirty="0">
                <a:effectLst/>
                <a:latin typeface="Calibri" panose="020F0502020204030204" pitchFamily="34" charset="0"/>
                <a:ea typeface="Aptos" panose="020B0004020202020204" pitchFamily="34" charset="0"/>
              </a:rPr>
              <a:t> 26</a:t>
            </a:r>
            <a:endParaRPr lang="en-IN" dirty="0"/>
          </a:p>
        </p:txBody>
      </p:sp>
      <p:graphicFrame>
        <p:nvGraphicFramePr>
          <p:cNvPr id="6" name="Table 5">
            <a:extLst>
              <a:ext uri="{FF2B5EF4-FFF2-40B4-BE49-F238E27FC236}">
                <a16:creationId xmlns:a16="http://schemas.microsoft.com/office/drawing/2014/main" id="{C086870A-484C-BE55-1AC5-EADC958C6C40}"/>
              </a:ext>
            </a:extLst>
          </p:cNvPr>
          <p:cNvGraphicFramePr>
            <a:graphicFrameLocks noGrp="1"/>
          </p:cNvGraphicFramePr>
          <p:nvPr>
            <p:extLst>
              <p:ext uri="{D42A27DB-BD31-4B8C-83A1-F6EECF244321}">
                <p14:modId xmlns:p14="http://schemas.microsoft.com/office/powerpoint/2010/main" val="3383627613"/>
              </p:ext>
            </p:extLst>
          </p:nvPr>
        </p:nvGraphicFramePr>
        <p:xfrm>
          <a:off x="192404" y="965460"/>
          <a:ext cx="8608696" cy="1773809"/>
        </p:xfrm>
        <a:graphic>
          <a:graphicData uri="http://schemas.openxmlformats.org/drawingml/2006/table">
            <a:tbl>
              <a:tblPr firstRow="1" firstCol="1" bandRow="1">
                <a:tableStyleId>{5C22544A-7EE6-4342-B048-85BDC9FD1C3A}</a:tableStyleId>
              </a:tblPr>
              <a:tblGrid>
                <a:gridCol w="2771776">
                  <a:extLst>
                    <a:ext uri="{9D8B030D-6E8A-4147-A177-3AD203B41FA5}">
                      <a16:colId xmlns:a16="http://schemas.microsoft.com/office/drawing/2014/main" val="3955982541"/>
                    </a:ext>
                  </a:extLst>
                </a:gridCol>
                <a:gridCol w="5836920">
                  <a:extLst>
                    <a:ext uri="{9D8B030D-6E8A-4147-A177-3AD203B41FA5}">
                      <a16:colId xmlns:a16="http://schemas.microsoft.com/office/drawing/2014/main" val="474925827"/>
                    </a:ext>
                  </a:extLst>
                </a:gridCol>
              </a:tblGrid>
              <a:tr h="0">
                <a:tc>
                  <a:txBody>
                    <a:bodyPr/>
                    <a:lstStyle/>
                    <a:p>
                      <a:pPr>
                        <a:lnSpc>
                          <a:spcPct val="115000"/>
                        </a:lnSpc>
                        <a:spcAft>
                          <a:spcPts val="800"/>
                        </a:spcAft>
                      </a:pPr>
                      <a:r>
                        <a:rPr lang="en-IN" sz="1100" kern="100">
                          <a:effectLst/>
                        </a:rPr>
                        <a:t>Section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IN" sz="1100" kern="100" dirty="0">
                          <a:effectLst/>
                        </a:rPr>
                        <a:t>Crisp Update (Quantified &amp; Professional)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12956720"/>
                  </a:ext>
                </a:extLst>
              </a:tr>
              <a:tr h="0">
                <a:tc>
                  <a:txBody>
                    <a:bodyPr/>
                    <a:lstStyle/>
                    <a:p>
                      <a:pPr>
                        <a:lnSpc>
                          <a:spcPct val="115000"/>
                        </a:lnSpc>
                        <a:spcAft>
                          <a:spcPts val="800"/>
                        </a:spcAft>
                      </a:pPr>
                      <a:r>
                        <a:rPr lang="en-IN" sz="1100" kern="100" dirty="0">
                          <a:effectLst/>
                        </a:rPr>
                        <a:t>Project Objective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Establish a centralized platform to manage, govern, and monitor digital initiatives across all plant locations from idea to enterprise-wide deployment.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11770027"/>
                  </a:ext>
                </a:extLst>
              </a:tr>
              <a:tr h="0">
                <a:tc>
                  <a:txBody>
                    <a:bodyPr/>
                    <a:lstStyle/>
                    <a:p>
                      <a:pPr>
                        <a:lnSpc>
                          <a:spcPct val="115000"/>
                        </a:lnSpc>
                        <a:spcAft>
                          <a:spcPts val="800"/>
                        </a:spcAft>
                      </a:pPr>
                      <a:r>
                        <a:rPr lang="en-IN" sz="1100" kern="100" dirty="0">
                          <a:effectLst/>
                        </a:rPr>
                        <a:t>Earlier Process (Manual)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Digital initiatives were managed through emails and spreadsheets with manual approvals, fragmented tracking, and no centralized repository.</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72151851"/>
                  </a:ext>
                </a:extLst>
              </a:tr>
              <a:tr h="0">
                <a:tc>
                  <a:txBody>
                    <a:bodyPr/>
                    <a:lstStyle/>
                    <a:p>
                      <a:pPr>
                        <a:lnSpc>
                          <a:spcPct val="115000"/>
                        </a:lnSpc>
                        <a:spcAft>
                          <a:spcPts val="800"/>
                        </a:spcAft>
                      </a:pPr>
                      <a:r>
                        <a:rPr lang="en-IN" sz="1100" kern="100" dirty="0">
                          <a:effectLst/>
                        </a:rPr>
                        <a:t>Current Process (AI-Enabled)</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A centralized workflow-driven platform automates idea submission, approvals, cost tracking, PR/PO management, project execution, UAT, Go-Live, and knowledge sharing.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91893329"/>
                  </a:ext>
                </a:extLst>
              </a:tr>
              <a:tr h="0">
                <a:tc>
                  <a:txBody>
                    <a:bodyPr/>
                    <a:lstStyle/>
                    <a:p>
                      <a:pPr>
                        <a:lnSpc>
                          <a:spcPct val="115000"/>
                        </a:lnSpc>
                        <a:spcAft>
                          <a:spcPts val="800"/>
                        </a:spcAft>
                      </a:pPr>
                      <a:r>
                        <a:rPr lang="en-IN" sz="1100" kern="100" dirty="0">
                          <a:effectLst/>
                        </a:rPr>
                        <a:t>Efficiency Gain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Reduces manual effort, accelerates approvals, improves project visibility, and standardizes initiative management across all plants.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3900086"/>
                  </a:ext>
                </a:extLst>
              </a:tr>
            </a:tbl>
          </a:graphicData>
        </a:graphic>
      </p:graphicFrame>
      <p:sp>
        <p:nvSpPr>
          <p:cNvPr id="8" name="TextBox 7">
            <a:extLst>
              <a:ext uri="{FF2B5EF4-FFF2-40B4-BE49-F238E27FC236}">
                <a16:creationId xmlns:a16="http://schemas.microsoft.com/office/drawing/2014/main" id="{DF164940-3590-8A06-4257-6BDBA8AC143C}"/>
              </a:ext>
            </a:extLst>
          </p:cNvPr>
          <p:cNvSpPr txBox="1"/>
          <p:nvPr/>
        </p:nvSpPr>
        <p:spPr>
          <a:xfrm>
            <a:off x="108585" y="2910142"/>
            <a:ext cx="4575810" cy="307777"/>
          </a:xfrm>
          <a:prstGeom prst="rect">
            <a:avLst/>
          </a:prstGeom>
          <a:noFill/>
        </p:spPr>
        <p:txBody>
          <a:bodyPr wrap="square">
            <a:spAutoFit/>
          </a:bodyPr>
          <a:lstStyle/>
          <a:p>
            <a:r>
              <a:rPr lang="en-IN" sz="1400" b="1" dirty="0">
                <a:effectLst/>
                <a:latin typeface="Calibri" panose="020F0502020204030204" pitchFamily="34" charset="0"/>
                <a:ea typeface="Aptos" panose="020B0004020202020204" pitchFamily="34" charset="0"/>
              </a:rPr>
              <a:t>Benefits Overview</a:t>
            </a:r>
            <a:endParaRPr lang="en-IN" dirty="0"/>
          </a:p>
        </p:txBody>
      </p:sp>
      <p:graphicFrame>
        <p:nvGraphicFramePr>
          <p:cNvPr id="9" name="Table 8">
            <a:extLst>
              <a:ext uri="{FF2B5EF4-FFF2-40B4-BE49-F238E27FC236}">
                <a16:creationId xmlns:a16="http://schemas.microsoft.com/office/drawing/2014/main" id="{85A30DF3-2F67-7E6C-A93F-8204B7DCCA77}"/>
              </a:ext>
            </a:extLst>
          </p:cNvPr>
          <p:cNvGraphicFramePr>
            <a:graphicFrameLocks noGrp="1"/>
          </p:cNvGraphicFramePr>
          <p:nvPr>
            <p:extLst>
              <p:ext uri="{D42A27DB-BD31-4B8C-83A1-F6EECF244321}">
                <p14:modId xmlns:p14="http://schemas.microsoft.com/office/powerpoint/2010/main" val="2897240684"/>
              </p:ext>
            </p:extLst>
          </p:nvPr>
        </p:nvGraphicFramePr>
        <p:xfrm>
          <a:off x="192404" y="3217919"/>
          <a:ext cx="8608695" cy="1557782"/>
        </p:xfrm>
        <a:graphic>
          <a:graphicData uri="http://schemas.openxmlformats.org/drawingml/2006/table">
            <a:tbl>
              <a:tblPr firstRow="1" firstCol="1" bandRow="1">
                <a:tableStyleId>{5C22544A-7EE6-4342-B048-85BDC9FD1C3A}</a:tableStyleId>
              </a:tblPr>
              <a:tblGrid>
                <a:gridCol w="2869565">
                  <a:extLst>
                    <a:ext uri="{9D8B030D-6E8A-4147-A177-3AD203B41FA5}">
                      <a16:colId xmlns:a16="http://schemas.microsoft.com/office/drawing/2014/main" val="3569496264"/>
                    </a:ext>
                  </a:extLst>
                </a:gridCol>
                <a:gridCol w="2869565">
                  <a:extLst>
                    <a:ext uri="{9D8B030D-6E8A-4147-A177-3AD203B41FA5}">
                      <a16:colId xmlns:a16="http://schemas.microsoft.com/office/drawing/2014/main" val="1281487589"/>
                    </a:ext>
                  </a:extLst>
                </a:gridCol>
                <a:gridCol w="2869565">
                  <a:extLst>
                    <a:ext uri="{9D8B030D-6E8A-4147-A177-3AD203B41FA5}">
                      <a16:colId xmlns:a16="http://schemas.microsoft.com/office/drawing/2014/main" val="3858732373"/>
                    </a:ext>
                  </a:extLst>
                </a:gridCol>
              </a:tblGrid>
              <a:tr h="0">
                <a:tc>
                  <a:txBody>
                    <a:bodyPr/>
                    <a:lstStyle/>
                    <a:p>
                      <a:pPr>
                        <a:lnSpc>
                          <a:spcPct val="115000"/>
                        </a:lnSpc>
                        <a:spcAft>
                          <a:spcPts val="800"/>
                        </a:spcAft>
                      </a:pPr>
                      <a:r>
                        <a:rPr lang="en-IN" sz="1100" kern="100" dirty="0">
                          <a:effectLst/>
                        </a:rPr>
                        <a:t>Tangible Benefits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IN" sz="1100" kern="100" dirty="0">
                          <a:effectLst/>
                        </a:rPr>
                        <a:t>Non-Tangible Benefits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IN" sz="1100" kern="100" dirty="0">
                          <a:effectLst/>
                        </a:rPr>
                        <a:t>Elevated Benefits (Strategic Impact)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37065669"/>
                  </a:ext>
                </a:extLst>
              </a:tr>
              <a:tr h="0">
                <a:tc>
                  <a:txBody>
                    <a:bodyPr/>
                    <a:lstStyle/>
                    <a:p>
                      <a:pPr>
                        <a:lnSpc>
                          <a:spcPct val="115000"/>
                        </a:lnSpc>
                        <a:spcAft>
                          <a:spcPts val="800"/>
                        </a:spcAft>
                      </a:pPr>
                      <a:r>
                        <a:rPr lang="en-US" sz="1100" b="0" kern="100" dirty="0">
                          <a:effectLst/>
                        </a:rPr>
                        <a:t>Improves project execution efficiency through faster approvals, centralized cost and procurement tracking, reduced duplication of initiatives, better resource utilization, organized documentation, and measurable tracking of savings and return on investment (ROI).</a:t>
                      </a:r>
                      <a:endParaRPr lang="en-IN"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Enhances collaboration among plants and departments, strengthens governance and accountability, promotes innovation through structured idea management, improves knowledge sharing, and fosters a culture of continuous digital transformation.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100" kern="100" dirty="0">
                          <a:effectLst/>
                        </a:rPr>
                        <a:t>Establishes a scalable enterprise-wide digital governance framework that accelerates Industry 4.0 initiatives, enables rapid horizontal deployment of successful solutions, supports strategic decision-making through centralized analytics, and drives long-term operational excellence across the organization.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43457024"/>
                  </a:ext>
                </a:extLst>
              </a:tr>
            </a:tbl>
          </a:graphicData>
        </a:graphic>
      </p:graphicFrame>
    </p:spTree>
    <p:extLst>
      <p:ext uri="{BB962C8B-B14F-4D97-AF65-F5344CB8AC3E}">
        <p14:creationId xmlns:p14="http://schemas.microsoft.com/office/powerpoint/2010/main" val="744060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ustom 1">
      <a:majorFont>
        <a:latin typeface="Bebas Neue"/>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200" dirty="0">
            <a:solidFill>
              <a:srgbClr val="666666"/>
            </a:solidFill>
          </a:defRPr>
        </a:defPPr>
      </a:lstStyle>
    </a:txDef>
  </a:objectDefaults>
  <a:extraClrSchemeLst/>
  <a:extLst>
    <a:ext uri="{05A4C25C-085E-4340-85A3-A5531E510DB2}">
      <thm15:themeFamily xmlns:thm15="http://schemas.microsoft.com/office/thememl/2012/main" name="Presentation1" id="{4F63D6E5-C017-4402-BAD3-C6C6FC29D536}" vid="{7BD96FCA-3E7E-4B9B-B4CB-34789D90FC6B}"/>
    </a:ext>
  </a:extLst>
</a:theme>
</file>

<file path=ppt/theme/theme2.xml><?xml version="1.0" encoding="utf-8"?>
<a:theme xmlns:a="http://schemas.openxmlformats.org/drawingml/2006/main" name="1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4.xml><?xml version="1.0" encoding="utf-8"?>
<a:theme xmlns:a="http://schemas.openxmlformats.org/drawingml/2006/main" name="3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5.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2D9C3E4A603C34EAFFC9426EBA01E63" ma:contentTypeVersion="4" ma:contentTypeDescription="Create a new document." ma:contentTypeScope="" ma:versionID="98cc79d12230c2a0ed5197de617aa78e">
  <xsd:schema xmlns:xsd="http://www.w3.org/2001/XMLSchema" xmlns:xs="http://www.w3.org/2001/XMLSchema" xmlns:p="http://schemas.microsoft.com/office/2006/metadata/properties" xmlns:ns2="7ea290d6-cd01-4576-a3d4-89e2049b70d7" targetNamespace="http://schemas.microsoft.com/office/2006/metadata/properties" ma:root="true" ma:fieldsID="ef6a173ac9c5788c55d2f19345bca99e" ns2:_="">
    <xsd:import namespace="7ea290d6-cd01-4576-a3d4-89e2049b70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a290d6-cd01-4576-a3d4-89e2049b70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FAB807-631D-47EE-A89B-12F14EDD46B6}">
  <ds:schemaRefs>
    <ds:schemaRef ds:uri="http://schemas.microsoft.com/sharepoint/v3/contenttype/forms"/>
  </ds:schemaRefs>
</ds:datastoreItem>
</file>

<file path=customXml/itemProps2.xml><?xml version="1.0" encoding="utf-8"?>
<ds:datastoreItem xmlns:ds="http://schemas.openxmlformats.org/officeDocument/2006/customXml" ds:itemID="{76CE4726-B2C7-4900-97D7-82C01CEBD2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a290d6-cd01-4576-a3d4-89e2049b70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1298BDF-A6CD-4FE5-B19A-420A0BB44574}">
  <ds:schemaRefs>
    <ds:schemaRef ds:uri="http://purl.org/dc/dcmitype/"/>
    <ds:schemaRef ds:uri="7ea290d6-cd01-4576-a3d4-89e2049b70d7"/>
    <ds:schemaRef ds:uri="http://purl.org/dc/term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39105</TotalTime>
  <Words>268</Words>
  <Application>Microsoft Office PowerPoint</Application>
  <PresentationFormat>On-screen Show (16:9)</PresentationFormat>
  <Paragraphs>24</Paragraphs>
  <Slides>2</Slides>
  <Notes>2</Notes>
  <HiddenSlides>0</HiddenSlides>
  <MMClips>0</MMClips>
  <ScaleCrop>false</ScaleCrop>
  <HeadingPairs>
    <vt:vector size="8" baseType="variant">
      <vt:variant>
        <vt:lpstr>Fonts Used</vt:lpstr>
      </vt:variant>
      <vt:variant>
        <vt:i4>12</vt:i4>
      </vt:variant>
      <vt:variant>
        <vt:lpstr>Theme</vt:lpstr>
      </vt:variant>
      <vt:variant>
        <vt:i4>6</vt:i4>
      </vt:variant>
      <vt:variant>
        <vt:lpstr>Embedded OLE Servers</vt:lpstr>
      </vt:variant>
      <vt:variant>
        <vt:i4>1</vt:i4>
      </vt:variant>
      <vt:variant>
        <vt:lpstr>Slide Titles</vt:lpstr>
      </vt:variant>
      <vt:variant>
        <vt:i4>2</vt:i4>
      </vt:variant>
    </vt:vector>
  </HeadingPairs>
  <TitlesOfParts>
    <vt:vector size="21" baseType="lpstr">
      <vt:lpstr>Aptos</vt:lpstr>
      <vt:lpstr>Arial</vt:lpstr>
      <vt:lpstr>Bebas Neue</vt:lpstr>
      <vt:lpstr>Calibri</vt:lpstr>
      <vt:lpstr>EYInterstate Light</vt:lpstr>
      <vt:lpstr>Open Sans</vt:lpstr>
      <vt:lpstr>Open Sans Extrabold</vt:lpstr>
      <vt:lpstr>Segoe UI</vt:lpstr>
      <vt:lpstr>Times New Roman</vt:lpstr>
      <vt:lpstr>Ubuntu</vt:lpstr>
      <vt:lpstr>Ubuntu Medium</vt:lpstr>
      <vt:lpstr>Wingdings</vt:lpstr>
      <vt:lpstr>1_Simple Light</vt:lpstr>
      <vt:lpstr>1_EY light background</vt:lpstr>
      <vt:lpstr>2_EY light background</vt:lpstr>
      <vt:lpstr>3_EY light background</vt:lpstr>
      <vt:lpstr>Capgemini Master 2021</vt:lpstr>
      <vt:lpstr>1_Office Theme</vt:lpstr>
      <vt:lpstr>think-cell Slide</vt:lpstr>
      <vt:lpstr>Making  Bharat Atmanirbhar Since 1970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Abhinav Sharma</dc:creator>
  <cp:lastModifiedBy>Ashutosh Agrawal</cp:lastModifiedBy>
  <cp:revision>1150</cp:revision>
  <dcterms:created xsi:type="dcterms:W3CDTF">2019-10-04T10:29:23Z</dcterms:created>
  <dcterms:modified xsi:type="dcterms:W3CDTF">2026-06-16T11:29:52Z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0x01010062D9C3E4A603C34EAFFC9426EBA01E63</vt:lpwstr>
  </property>
</Properties>
</file>